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099300" cy="102346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21" roundtripDataSignature="AMtx7mi3xooEa0N/C8LZUhM7Rd2w4Iua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21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 txBox="1"/>
          <p:nvPr/>
        </p:nvSpPr>
        <p:spPr>
          <a:xfrm>
            <a:off x="0" y="6524625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5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11" Type="http://schemas.openxmlformats.org/officeDocument/2006/relationships/image" Target="../media/image26.png"/><Relationship Id="rId10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40" Type="http://schemas.openxmlformats.org/officeDocument/2006/relationships/image" Target="../media/image47.png"/><Relationship Id="rId42" Type="http://schemas.openxmlformats.org/officeDocument/2006/relationships/image" Target="../media/image48.png"/><Relationship Id="rId41" Type="http://schemas.openxmlformats.org/officeDocument/2006/relationships/image" Target="../media/image46.png"/><Relationship Id="rId44" Type="http://schemas.openxmlformats.org/officeDocument/2006/relationships/image" Target="../media/image56.png"/><Relationship Id="rId43" Type="http://schemas.openxmlformats.org/officeDocument/2006/relationships/image" Target="../media/image49.png"/><Relationship Id="rId46" Type="http://schemas.openxmlformats.org/officeDocument/2006/relationships/image" Target="../media/image52.png"/><Relationship Id="rId45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13.png"/><Relationship Id="rId9" Type="http://schemas.openxmlformats.org/officeDocument/2006/relationships/image" Target="../media/image32.png"/><Relationship Id="rId48" Type="http://schemas.openxmlformats.org/officeDocument/2006/relationships/image" Target="../media/image53.png"/><Relationship Id="rId47" Type="http://schemas.openxmlformats.org/officeDocument/2006/relationships/image" Target="../media/image51.png"/><Relationship Id="rId49" Type="http://schemas.openxmlformats.org/officeDocument/2006/relationships/image" Target="../media/image6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80.png"/><Relationship Id="rId73" Type="http://schemas.openxmlformats.org/officeDocument/2006/relationships/image" Target="../media/image154.png"/><Relationship Id="rId72" Type="http://schemas.openxmlformats.org/officeDocument/2006/relationships/image" Target="../media/image75.png"/><Relationship Id="rId31" Type="http://schemas.openxmlformats.org/officeDocument/2006/relationships/image" Target="../media/image40.png"/><Relationship Id="rId30" Type="http://schemas.openxmlformats.org/officeDocument/2006/relationships/image" Target="../media/image59.png"/><Relationship Id="rId74" Type="http://schemas.openxmlformats.org/officeDocument/2006/relationships/image" Target="../media/image79.png"/><Relationship Id="rId33" Type="http://schemas.openxmlformats.org/officeDocument/2006/relationships/image" Target="../media/image38.png"/><Relationship Id="rId32" Type="http://schemas.openxmlformats.org/officeDocument/2006/relationships/image" Target="../media/image35.png"/><Relationship Id="rId35" Type="http://schemas.openxmlformats.org/officeDocument/2006/relationships/image" Target="../media/image42.png"/><Relationship Id="rId34" Type="http://schemas.openxmlformats.org/officeDocument/2006/relationships/image" Target="../media/image44.png"/><Relationship Id="rId71" Type="http://schemas.openxmlformats.org/officeDocument/2006/relationships/image" Target="../media/image125.png"/><Relationship Id="rId70" Type="http://schemas.openxmlformats.org/officeDocument/2006/relationships/image" Target="../media/image127.png"/><Relationship Id="rId37" Type="http://schemas.openxmlformats.org/officeDocument/2006/relationships/image" Target="../media/image41.png"/><Relationship Id="rId36" Type="http://schemas.openxmlformats.org/officeDocument/2006/relationships/image" Target="../media/image67.png"/><Relationship Id="rId39" Type="http://schemas.openxmlformats.org/officeDocument/2006/relationships/image" Target="../media/image58.png"/><Relationship Id="rId38" Type="http://schemas.openxmlformats.org/officeDocument/2006/relationships/image" Target="../media/image55.png"/><Relationship Id="rId62" Type="http://schemas.openxmlformats.org/officeDocument/2006/relationships/image" Target="../media/image105.png"/><Relationship Id="rId61" Type="http://schemas.openxmlformats.org/officeDocument/2006/relationships/image" Target="../media/image71.png"/><Relationship Id="rId20" Type="http://schemas.openxmlformats.org/officeDocument/2006/relationships/image" Target="../media/image30.png"/><Relationship Id="rId64" Type="http://schemas.openxmlformats.org/officeDocument/2006/relationships/image" Target="../media/image73.png"/><Relationship Id="rId63" Type="http://schemas.openxmlformats.org/officeDocument/2006/relationships/image" Target="../media/image83.png"/><Relationship Id="rId22" Type="http://schemas.openxmlformats.org/officeDocument/2006/relationships/image" Target="../media/image28.png"/><Relationship Id="rId66" Type="http://schemas.openxmlformats.org/officeDocument/2006/relationships/image" Target="../media/image90.png"/><Relationship Id="rId21" Type="http://schemas.openxmlformats.org/officeDocument/2006/relationships/image" Target="../media/image24.png"/><Relationship Id="rId65" Type="http://schemas.openxmlformats.org/officeDocument/2006/relationships/image" Target="../media/image72.png"/><Relationship Id="rId24" Type="http://schemas.openxmlformats.org/officeDocument/2006/relationships/image" Target="../media/image31.png"/><Relationship Id="rId68" Type="http://schemas.openxmlformats.org/officeDocument/2006/relationships/image" Target="../media/image76.png"/><Relationship Id="rId23" Type="http://schemas.openxmlformats.org/officeDocument/2006/relationships/image" Target="../media/image27.png"/><Relationship Id="rId67" Type="http://schemas.openxmlformats.org/officeDocument/2006/relationships/image" Target="../media/image188.png"/><Relationship Id="rId60" Type="http://schemas.openxmlformats.org/officeDocument/2006/relationships/image" Target="../media/image62.png"/><Relationship Id="rId26" Type="http://schemas.openxmlformats.org/officeDocument/2006/relationships/image" Target="../media/image29.png"/><Relationship Id="rId25" Type="http://schemas.openxmlformats.org/officeDocument/2006/relationships/image" Target="../media/image68.png"/><Relationship Id="rId69" Type="http://schemas.openxmlformats.org/officeDocument/2006/relationships/image" Target="../media/image78.png"/><Relationship Id="rId28" Type="http://schemas.openxmlformats.org/officeDocument/2006/relationships/image" Target="../media/image34.png"/><Relationship Id="rId27" Type="http://schemas.openxmlformats.org/officeDocument/2006/relationships/image" Target="../media/image37.png"/><Relationship Id="rId29" Type="http://schemas.openxmlformats.org/officeDocument/2006/relationships/image" Target="../media/image36.png"/><Relationship Id="rId51" Type="http://schemas.openxmlformats.org/officeDocument/2006/relationships/image" Target="../media/image60.png"/><Relationship Id="rId50" Type="http://schemas.openxmlformats.org/officeDocument/2006/relationships/image" Target="../media/image57.png"/><Relationship Id="rId53" Type="http://schemas.openxmlformats.org/officeDocument/2006/relationships/image" Target="../media/image70.png"/><Relationship Id="rId52" Type="http://schemas.openxmlformats.org/officeDocument/2006/relationships/image" Target="../media/image100.png"/><Relationship Id="rId11" Type="http://schemas.openxmlformats.org/officeDocument/2006/relationships/image" Target="../media/image19.png"/><Relationship Id="rId55" Type="http://schemas.openxmlformats.org/officeDocument/2006/relationships/image" Target="../media/image69.png"/><Relationship Id="rId10" Type="http://schemas.openxmlformats.org/officeDocument/2006/relationships/image" Target="../media/image21.png"/><Relationship Id="rId54" Type="http://schemas.openxmlformats.org/officeDocument/2006/relationships/image" Target="../media/image66.png"/><Relationship Id="rId13" Type="http://schemas.openxmlformats.org/officeDocument/2006/relationships/image" Target="../media/image20.png"/><Relationship Id="rId57" Type="http://schemas.openxmlformats.org/officeDocument/2006/relationships/image" Target="../media/image61.png"/><Relationship Id="rId12" Type="http://schemas.openxmlformats.org/officeDocument/2006/relationships/image" Target="../media/image25.png"/><Relationship Id="rId56" Type="http://schemas.openxmlformats.org/officeDocument/2006/relationships/image" Target="../media/image63.png"/><Relationship Id="rId15" Type="http://schemas.openxmlformats.org/officeDocument/2006/relationships/image" Target="../media/image39.png"/><Relationship Id="rId59" Type="http://schemas.openxmlformats.org/officeDocument/2006/relationships/image" Target="../media/image93.png"/><Relationship Id="rId14" Type="http://schemas.openxmlformats.org/officeDocument/2006/relationships/image" Target="../media/image43.png"/><Relationship Id="rId58" Type="http://schemas.openxmlformats.org/officeDocument/2006/relationships/image" Target="../media/image74.png"/><Relationship Id="rId17" Type="http://schemas.openxmlformats.org/officeDocument/2006/relationships/image" Target="../media/image45.png"/><Relationship Id="rId16" Type="http://schemas.openxmlformats.org/officeDocument/2006/relationships/image" Target="../media/image23.png"/><Relationship Id="rId19" Type="http://schemas.openxmlformats.org/officeDocument/2006/relationships/image" Target="../media/image64.png"/><Relationship Id="rId18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3.png"/><Relationship Id="rId4" Type="http://schemas.openxmlformats.org/officeDocument/2006/relationships/image" Target="../media/image82.png"/><Relationship Id="rId9" Type="http://schemas.openxmlformats.org/officeDocument/2006/relationships/image" Target="../media/image81.png"/><Relationship Id="rId5" Type="http://schemas.openxmlformats.org/officeDocument/2006/relationships/image" Target="../media/image77.png"/><Relationship Id="rId6" Type="http://schemas.openxmlformats.org/officeDocument/2006/relationships/image" Target="../media/image84.png"/><Relationship Id="rId7" Type="http://schemas.openxmlformats.org/officeDocument/2006/relationships/image" Target="../media/image103.png"/><Relationship Id="rId8" Type="http://schemas.openxmlformats.org/officeDocument/2006/relationships/image" Target="../media/image152.png"/><Relationship Id="rId31" Type="http://schemas.openxmlformats.org/officeDocument/2006/relationships/image" Target="../media/image102.png"/><Relationship Id="rId30" Type="http://schemas.openxmlformats.org/officeDocument/2006/relationships/image" Target="../media/image107.png"/><Relationship Id="rId33" Type="http://schemas.openxmlformats.org/officeDocument/2006/relationships/image" Target="../media/image121.png"/><Relationship Id="rId32" Type="http://schemas.openxmlformats.org/officeDocument/2006/relationships/image" Target="../media/image106.png"/><Relationship Id="rId35" Type="http://schemas.openxmlformats.org/officeDocument/2006/relationships/image" Target="../media/image172.png"/><Relationship Id="rId34" Type="http://schemas.openxmlformats.org/officeDocument/2006/relationships/image" Target="../media/image108.png"/><Relationship Id="rId37" Type="http://schemas.openxmlformats.org/officeDocument/2006/relationships/image" Target="../media/image122.png"/><Relationship Id="rId36" Type="http://schemas.openxmlformats.org/officeDocument/2006/relationships/image" Target="../media/image109.png"/><Relationship Id="rId39" Type="http://schemas.openxmlformats.org/officeDocument/2006/relationships/image" Target="../media/image131.png"/><Relationship Id="rId38" Type="http://schemas.openxmlformats.org/officeDocument/2006/relationships/image" Target="../media/image118.png"/><Relationship Id="rId20" Type="http://schemas.openxmlformats.org/officeDocument/2006/relationships/image" Target="../media/image92.png"/><Relationship Id="rId22" Type="http://schemas.openxmlformats.org/officeDocument/2006/relationships/image" Target="../media/image98.png"/><Relationship Id="rId21" Type="http://schemas.openxmlformats.org/officeDocument/2006/relationships/image" Target="../media/image104.png"/><Relationship Id="rId24" Type="http://schemas.openxmlformats.org/officeDocument/2006/relationships/image" Target="../media/image97.png"/><Relationship Id="rId23" Type="http://schemas.openxmlformats.org/officeDocument/2006/relationships/image" Target="../media/image94.png"/><Relationship Id="rId26" Type="http://schemas.openxmlformats.org/officeDocument/2006/relationships/image" Target="../media/image95.png"/><Relationship Id="rId25" Type="http://schemas.openxmlformats.org/officeDocument/2006/relationships/image" Target="../media/image110.png"/><Relationship Id="rId28" Type="http://schemas.openxmlformats.org/officeDocument/2006/relationships/image" Target="../media/image101.png"/><Relationship Id="rId27" Type="http://schemas.openxmlformats.org/officeDocument/2006/relationships/image" Target="../media/image96.png"/><Relationship Id="rId29" Type="http://schemas.openxmlformats.org/officeDocument/2006/relationships/image" Target="../media/image120.png"/><Relationship Id="rId11" Type="http://schemas.openxmlformats.org/officeDocument/2006/relationships/image" Target="../media/image126.png"/><Relationship Id="rId10" Type="http://schemas.openxmlformats.org/officeDocument/2006/relationships/image" Target="../media/image87.png"/><Relationship Id="rId13" Type="http://schemas.openxmlformats.org/officeDocument/2006/relationships/image" Target="../media/image99.png"/><Relationship Id="rId12" Type="http://schemas.openxmlformats.org/officeDocument/2006/relationships/image" Target="../media/image85.png"/><Relationship Id="rId15" Type="http://schemas.openxmlformats.org/officeDocument/2006/relationships/image" Target="../media/image113.png"/><Relationship Id="rId14" Type="http://schemas.openxmlformats.org/officeDocument/2006/relationships/image" Target="../media/image86.png"/><Relationship Id="rId17" Type="http://schemas.openxmlformats.org/officeDocument/2006/relationships/image" Target="../media/image111.png"/><Relationship Id="rId16" Type="http://schemas.openxmlformats.org/officeDocument/2006/relationships/image" Target="../media/image88.png"/><Relationship Id="rId19" Type="http://schemas.openxmlformats.org/officeDocument/2006/relationships/image" Target="../media/image91.png"/><Relationship Id="rId18" Type="http://schemas.openxmlformats.org/officeDocument/2006/relationships/image" Target="../media/image8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6.png"/><Relationship Id="rId4" Type="http://schemas.openxmlformats.org/officeDocument/2006/relationships/image" Target="../media/image119.png"/><Relationship Id="rId5" Type="http://schemas.openxmlformats.org/officeDocument/2006/relationships/image" Target="../media/image123.png"/><Relationship Id="rId6" Type="http://schemas.openxmlformats.org/officeDocument/2006/relationships/image" Target="../media/image114.png"/><Relationship Id="rId7" Type="http://schemas.openxmlformats.org/officeDocument/2006/relationships/image" Target="../media/image141.png"/><Relationship Id="rId8" Type="http://schemas.openxmlformats.org/officeDocument/2006/relationships/image" Target="../media/image117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165.png"/><Relationship Id="rId42" Type="http://schemas.openxmlformats.org/officeDocument/2006/relationships/image" Target="../media/image161.png"/><Relationship Id="rId41" Type="http://schemas.openxmlformats.org/officeDocument/2006/relationships/image" Target="../media/image158.png"/><Relationship Id="rId44" Type="http://schemas.openxmlformats.org/officeDocument/2006/relationships/image" Target="../media/image164.png"/><Relationship Id="rId43" Type="http://schemas.openxmlformats.org/officeDocument/2006/relationships/image" Target="../media/image202.png"/><Relationship Id="rId46" Type="http://schemas.openxmlformats.org/officeDocument/2006/relationships/image" Target="../media/image169.png"/><Relationship Id="rId45" Type="http://schemas.openxmlformats.org/officeDocument/2006/relationships/image" Target="../media/image171.png"/><Relationship Id="rId107" Type="http://schemas.openxmlformats.org/officeDocument/2006/relationships/image" Target="../media/image240.png"/><Relationship Id="rId106" Type="http://schemas.openxmlformats.org/officeDocument/2006/relationships/image" Target="../media/image223.png"/><Relationship Id="rId105" Type="http://schemas.openxmlformats.org/officeDocument/2006/relationships/image" Target="../media/image229.png"/><Relationship Id="rId104" Type="http://schemas.openxmlformats.org/officeDocument/2006/relationships/image" Target="../media/image228.png"/><Relationship Id="rId109" Type="http://schemas.openxmlformats.org/officeDocument/2006/relationships/image" Target="../media/image238.png"/><Relationship Id="rId108" Type="http://schemas.openxmlformats.org/officeDocument/2006/relationships/image" Target="../media/image227.png"/><Relationship Id="rId48" Type="http://schemas.openxmlformats.org/officeDocument/2006/relationships/image" Target="../media/image176.png"/><Relationship Id="rId47" Type="http://schemas.openxmlformats.org/officeDocument/2006/relationships/image" Target="../media/image182.png"/><Relationship Id="rId49" Type="http://schemas.openxmlformats.org/officeDocument/2006/relationships/image" Target="../media/image180.png"/><Relationship Id="rId103" Type="http://schemas.openxmlformats.org/officeDocument/2006/relationships/image" Target="../media/image220.png"/><Relationship Id="rId102" Type="http://schemas.openxmlformats.org/officeDocument/2006/relationships/image" Target="../media/image237.png"/><Relationship Id="rId101" Type="http://schemas.openxmlformats.org/officeDocument/2006/relationships/image" Target="../media/image222.png"/><Relationship Id="rId100" Type="http://schemas.openxmlformats.org/officeDocument/2006/relationships/image" Target="../media/image226.png"/><Relationship Id="rId31" Type="http://schemas.openxmlformats.org/officeDocument/2006/relationships/image" Target="../media/image167.png"/><Relationship Id="rId30" Type="http://schemas.openxmlformats.org/officeDocument/2006/relationships/image" Target="../media/image170.png"/><Relationship Id="rId33" Type="http://schemas.openxmlformats.org/officeDocument/2006/relationships/image" Target="../media/image168.png"/><Relationship Id="rId32" Type="http://schemas.openxmlformats.org/officeDocument/2006/relationships/image" Target="../media/image156.png"/><Relationship Id="rId35" Type="http://schemas.openxmlformats.org/officeDocument/2006/relationships/image" Target="../media/image155.png"/><Relationship Id="rId34" Type="http://schemas.openxmlformats.org/officeDocument/2006/relationships/image" Target="../media/image153.png"/><Relationship Id="rId37" Type="http://schemas.openxmlformats.org/officeDocument/2006/relationships/image" Target="../media/image213.png"/><Relationship Id="rId36" Type="http://schemas.openxmlformats.org/officeDocument/2006/relationships/image" Target="../media/image160.png"/><Relationship Id="rId39" Type="http://schemas.openxmlformats.org/officeDocument/2006/relationships/image" Target="../media/image162.png"/><Relationship Id="rId38" Type="http://schemas.openxmlformats.org/officeDocument/2006/relationships/image" Target="../media/image166.png"/><Relationship Id="rId20" Type="http://schemas.openxmlformats.org/officeDocument/2006/relationships/image" Target="../media/image148.png"/><Relationship Id="rId22" Type="http://schemas.openxmlformats.org/officeDocument/2006/relationships/image" Target="../media/image149.png"/><Relationship Id="rId21" Type="http://schemas.openxmlformats.org/officeDocument/2006/relationships/image" Target="../media/image146.png"/><Relationship Id="rId24" Type="http://schemas.openxmlformats.org/officeDocument/2006/relationships/image" Target="../media/image147.png"/><Relationship Id="rId23" Type="http://schemas.openxmlformats.org/officeDocument/2006/relationships/image" Target="../media/image144.png"/><Relationship Id="rId26" Type="http://schemas.openxmlformats.org/officeDocument/2006/relationships/image" Target="../media/image145.png"/><Relationship Id="rId121" Type="http://schemas.openxmlformats.org/officeDocument/2006/relationships/image" Target="../media/image241.png"/><Relationship Id="rId25" Type="http://schemas.openxmlformats.org/officeDocument/2006/relationships/image" Target="../media/image143.png"/><Relationship Id="rId120" Type="http://schemas.openxmlformats.org/officeDocument/2006/relationships/image" Target="../media/image239.png"/><Relationship Id="rId28" Type="http://schemas.openxmlformats.org/officeDocument/2006/relationships/image" Target="../media/image157.png"/><Relationship Id="rId27" Type="http://schemas.openxmlformats.org/officeDocument/2006/relationships/image" Target="../media/image159.png"/><Relationship Id="rId29" Type="http://schemas.openxmlformats.org/officeDocument/2006/relationships/image" Target="../media/image150.png"/><Relationship Id="rId122" Type="http://schemas.openxmlformats.org/officeDocument/2006/relationships/image" Target="../media/image236.png"/><Relationship Id="rId95" Type="http://schemas.openxmlformats.org/officeDocument/2006/relationships/image" Target="../media/image216.png"/><Relationship Id="rId94" Type="http://schemas.openxmlformats.org/officeDocument/2006/relationships/image" Target="../media/image221.png"/><Relationship Id="rId97" Type="http://schemas.openxmlformats.org/officeDocument/2006/relationships/image" Target="../media/image218.png"/><Relationship Id="rId96" Type="http://schemas.openxmlformats.org/officeDocument/2006/relationships/image" Target="../media/image231.png"/><Relationship Id="rId11" Type="http://schemas.openxmlformats.org/officeDocument/2006/relationships/image" Target="../media/image136.png"/><Relationship Id="rId99" Type="http://schemas.openxmlformats.org/officeDocument/2006/relationships/image" Target="../media/image224.png"/><Relationship Id="rId10" Type="http://schemas.openxmlformats.org/officeDocument/2006/relationships/image" Target="../media/image151.png"/><Relationship Id="rId98" Type="http://schemas.openxmlformats.org/officeDocument/2006/relationships/image" Target="../media/image219.png"/><Relationship Id="rId13" Type="http://schemas.openxmlformats.org/officeDocument/2006/relationships/image" Target="../media/image137.png"/><Relationship Id="rId12" Type="http://schemas.openxmlformats.org/officeDocument/2006/relationships/image" Target="../media/image133.png"/><Relationship Id="rId91" Type="http://schemas.openxmlformats.org/officeDocument/2006/relationships/image" Target="../media/image217.png"/><Relationship Id="rId90" Type="http://schemas.openxmlformats.org/officeDocument/2006/relationships/image" Target="../media/image207.png"/><Relationship Id="rId93" Type="http://schemas.openxmlformats.org/officeDocument/2006/relationships/image" Target="../media/image235.png"/><Relationship Id="rId92" Type="http://schemas.openxmlformats.org/officeDocument/2006/relationships/image" Target="../media/image242.png"/><Relationship Id="rId118" Type="http://schemas.openxmlformats.org/officeDocument/2006/relationships/image" Target="../media/image243.png"/><Relationship Id="rId117" Type="http://schemas.openxmlformats.org/officeDocument/2006/relationships/image" Target="../media/image248.png"/><Relationship Id="rId116" Type="http://schemas.openxmlformats.org/officeDocument/2006/relationships/image" Target="../media/image233.png"/><Relationship Id="rId115" Type="http://schemas.openxmlformats.org/officeDocument/2006/relationships/image" Target="../media/image234.png"/><Relationship Id="rId119" Type="http://schemas.openxmlformats.org/officeDocument/2006/relationships/image" Target="../media/image246.png"/><Relationship Id="rId15" Type="http://schemas.openxmlformats.org/officeDocument/2006/relationships/image" Target="../media/image135.png"/><Relationship Id="rId110" Type="http://schemas.openxmlformats.org/officeDocument/2006/relationships/image" Target="../media/image250.png"/><Relationship Id="rId14" Type="http://schemas.openxmlformats.org/officeDocument/2006/relationships/image" Target="../media/image134.png"/><Relationship Id="rId17" Type="http://schemas.openxmlformats.org/officeDocument/2006/relationships/image" Target="../media/image140.png"/><Relationship Id="rId16" Type="http://schemas.openxmlformats.org/officeDocument/2006/relationships/image" Target="../media/image138.png"/><Relationship Id="rId19" Type="http://schemas.openxmlformats.org/officeDocument/2006/relationships/image" Target="../media/image142.png"/><Relationship Id="rId114" Type="http://schemas.openxmlformats.org/officeDocument/2006/relationships/image" Target="../media/image251.png"/><Relationship Id="rId18" Type="http://schemas.openxmlformats.org/officeDocument/2006/relationships/image" Target="../media/image139.png"/><Relationship Id="rId113" Type="http://schemas.openxmlformats.org/officeDocument/2006/relationships/image" Target="../media/image232.png"/><Relationship Id="rId112" Type="http://schemas.openxmlformats.org/officeDocument/2006/relationships/image" Target="../media/image249.png"/><Relationship Id="rId111" Type="http://schemas.openxmlformats.org/officeDocument/2006/relationships/image" Target="../media/image245.png"/><Relationship Id="rId84" Type="http://schemas.openxmlformats.org/officeDocument/2006/relationships/image" Target="../media/image215.png"/><Relationship Id="rId83" Type="http://schemas.openxmlformats.org/officeDocument/2006/relationships/image" Target="../media/image212.png"/><Relationship Id="rId86" Type="http://schemas.openxmlformats.org/officeDocument/2006/relationships/image" Target="../media/image95.png"/><Relationship Id="rId85" Type="http://schemas.openxmlformats.org/officeDocument/2006/relationships/image" Target="../media/image208.png"/><Relationship Id="rId88" Type="http://schemas.openxmlformats.org/officeDocument/2006/relationships/image" Target="../media/image225.png"/><Relationship Id="rId87" Type="http://schemas.openxmlformats.org/officeDocument/2006/relationships/image" Target="../media/image210.png"/><Relationship Id="rId89" Type="http://schemas.openxmlformats.org/officeDocument/2006/relationships/image" Target="../media/image209.png"/><Relationship Id="rId80" Type="http://schemas.openxmlformats.org/officeDocument/2006/relationships/image" Target="../media/image200.png"/><Relationship Id="rId82" Type="http://schemas.openxmlformats.org/officeDocument/2006/relationships/image" Target="../media/image206.png"/><Relationship Id="rId81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8.png"/><Relationship Id="rId4" Type="http://schemas.openxmlformats.org/officeDocument/2006/relationships/image" Target="../media/image115.png"/><Relationship Id="rId9" Type="http://schemas.openxmlformats.org/officeDocument/2006/relationships/image" Target="../media/image132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Relationship Id="rId7" Type="http://schemas.openxmlformats.org/officeDocument/2006/relationships/image" Target="../media/image124.png"/><Relationship Id="rId8" Type="http://schemas.openxmlformats.org/officeDocument/2006/relationships/image" Target="../media/image185.png"/><Relationship Id="rId73" Type="http://schemas.openxmlformats.org/officeDocument/2006/relationships/image" Target="../media/image198.png"/><Relationship Id="rId72" Type="http://schemas.openxmlformats.org/officeDocument/2006/relationships/image" Target="../media/image196.png"/><Relationship Id="rId75" Type="http://schemas.openxmlformats.org/officeDocument/2006/relationships/image" Target="../media/image247.png"/><Relationship Id="rId74" Type="http://schemas.openxmlformats.org/officeDocument/2006/relationships/image" Target="../media/image192.png"/><Relationship Id="rId77" Type="http://schemas.openxmlformats.org/officeDocument/2006/relationships/image" Target="../media/image195.png"/><Relationship Id="rId76" Type="http://schemas.openxmlformats.org/officeDocument/2006/relationships/image" Target="../media/image194.png"/><Relationship Id="rId79" Type="http://schemas.openxmlformats.org/officeDocument/2006/relationships/image" Target="../media/image204.png"/><Relationship Id="rId78" Type="http://schemas.openxmlformats.org/officeDocument/2006/relationships/image" Target="../media/image201.png"/><Relationship Id="rId71" Type="http://schemas.openxmlformats.org/officeDocument/2006/relationships/image" Target="../media/image190.png"/><Relationship Id="rId70" Type="http://schemas.openxmlformats.org/officeDocument/2006/relationships/image" Target="../media/image214.png"/><Relationship Id="rId62" Type="http://schemas.openxmlformats.org/officeDocument/2006/relationships/image" Target="../media/image199.png"/><Relationship Id="rId61" Type="http://schemas.openxmlformats.org/officeDocument/2006/relationships/image" Target="../media/image197.png"/><Relationship Id="rId64" Type="http://schemas.openxmlformats.org/officeDocument/2006/relationships/image" Target="../media/image230.png"/><Relationship Id="rId63" Type="http://schemas.openxmlformats.org/officeDocument/2006/relationships/image" Target="../media/image186.png"/><Relationship Id="rId66" Type="http://schemas.openxmlformats.org/officeDocument/2006/relationships/image" Target="../media/image184.png"/><Relationship Id="rId65" Type="http://schemas.openxmlformats.org/officeDocument/2006/relationships/image" Target="../media/image203.png"/><Relationship Id="rId68" Type="http://schemas.openxmlformats.org/officeDocument/2006/relationships/image" Target="../media/image191.png"/><Relationship Id="rId67" Type="http://schemas.openxmlformats.org/officeDocument/2006/relationships/image" Target="../media/image211.png"/><Relationship Id="rId60" Type="http://schemas.openxmlformats.org/officeDocument/2006/relationships/image" Target="../media/image189.png"/><Relationship Id="rId69" Type="http://schemas.openxmlformats.org/officeDocument/2006/relationships/image" Target="../media/image193.png"/><Relationship Id="rId51" Type="http://schemas.openxmlformats.org/officeDocument/2006/relationships/image" Target="../media/image181.png"/><Relationship Id="rId50" Type="http://schemas.openxmlformats.org/officeDocument/2006/relationships/image" Target="../media/image174.png"/><Relationship Id="rId53" Type="http://schemas.openxmlformats.org/officeDocument/2006/relationships/image" Target="../media/image183.png"/><Relationship Id="rId52" Type="http://schemas.openxmlformats.org/officeDocument/2006/relationships/image" Target="../media/image177.png"/><Relationship Id="rId55" Type="http://schemas.openxmlformats.org/officeDocument/2006/relationships/image" Target="../media/image178.png"/><Relationship Id="rId54" Type="http://schemas.openxmlformats.org/officeDocument/2006/relationships/image" Target="../media/image175.png"/><Relationship Id="rId57" Type="http://schemas.openxmlformats.org/officeDocument/2006/relationships/image" Target="../media/image173.png"/><Relationship Id="rId56" Type="http://schemas.openxmlformats.org/officeDocument/2006/relationships/image" Target="../media/image179.png"/><Relationship Id="rId59" Type="http://schemas.openxmlformats.org/officeDocument/2006/relationships/image" Target="../media/image244.png"/><Relationship Id="rId58" Type="http://schemas.openxmlformats.org/officeDocument/2006/relationships/image" Target="../media/image18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Boucles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600200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 cours sont les suivants:</a:t>
            </a: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Boucles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… pas …suivant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Rappel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1600200"/>
            <a:ext cx="8383587" cy="35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Suite d’instructions, qui une fois exécutée correctement, conduit à un résultat donné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algorithme doit donc contenir uniquement des instructions compréhensibles par celui qui devra l’exécuter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Besoin  de boucles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73100" y="1816100"/>
            <a:ext cx="8099425" cy="338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on a besoin d’effectuer une succession de traitements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 de lire ou afficher un certain nombre de 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Attente, temporisation, pause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/>
        </p:nvSpPr>
        <p:spPr>
          <a:xfrm>
            <a:off x="2487612" y="1600200"/>
            <a:ext cx="2486025" cy="70326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Structure d’une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</a:t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TantQue 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 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FinTantQue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87" y="2325687"/>
            <a:ext cx="1758950" cy="6746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5"/>
          <p:cNvGrpSpPr/>
          <p:nvPr/>
        </p:nvGrpSpPr>
        <p:grpSpPr>
          <a:xfrm>
            <a:off x="2869494" y="984808"/>
            <a:ext cx="604661" cy="412863"/>
            <a:chOff x="2869653" y="984031"/>
            <a:chExt cx="604440" cy="414360"/>
          </a:xfrm>
        </p:grpSpPr>
        <p:pic>
          <p:nvPicPr>
            <p:cNvPr id="89" name="Google Shape;89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69653" y="984031"/>
              <a:ext cx="533880" cy="38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06333" y="1209751"/>
              <a:ext cx="167760" cy="188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" name="Google Shape;91;p5"/>
          <p:cNvGrpSpPr/>
          <p:nvPr/>
        </p:nvGrpSpPr>
        <p:grpSpPr>
          <a:xfrm>
            <a:off x="2644078" y="476785"/>
            <a:ext cx="974529" cy="212882"/>
            <a:chOff x="2643933" y="476431"/>
            <a:chExt cx="975240" cy="213120"/>
          </a:xfrm>
        </p:grpSpPr>
        <p:pic>
          <p:nvPicPr>
            <p:cNvPr id="92" name="Google Shape;92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45453" y="476431"/>
              <a:ext cx="18000" cy="213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43933" y="554911"/>
              <a:ext cx="26640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48493" y="486871"/>
              <a:ext cx="208800" cy="157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63053" y="491551"/>
              <a:ext cx="456120" cy="180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5"/>
          <p:cNvGrpSpPr/>
          <p:nvPr/>
        </p:nvGrpSpPr>
        <p:grpSpPr>
          <a:xfrm>
            <a:off x="81870" y="3388194"/>
            <a:ext cx="431930" cy="179675"/>
            <a:chOff x="81453" y="3388831"/>
            <a:chExt cx="433080" cy="178560"/>
          </a:xfrm>
        </p:grpSpPr>
        <p:pic>
          <p:nvPicPr>
            <p:cNvPr id="97" name="Google Shape;97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453" y="3501511"/>
              <a:ext cx="32328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74853" y="3388831"/>
              <a:ext cx="139680" cy="1785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/>
        </p:nvSpPr>
        <p:spPr>
          <a:xfrm>
            <a:off x="1944687" y="1560512"/>
            <a:ext cx="2039937" cy="70326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</a:t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233362" y="1584325"/>
            <a:ext cx="5075237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TantQue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Proposition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FinTantQue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3632200" y="3032125"/>
            <a:ext cx="4737100" cy="881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Proposition:  VRAI ou FAUX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6"/>
          <p:cNvCxnSpPr/>
          <p:nvPr/>
        </p:nvCxnSpPr>
        <p:spPr>
          <a:xfrm rot="10800000">
            <a:off x="3938587" y="2290762"/>
            <a:ext cx="3151187" cy="752475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" name="Google Shape;109;p6"/>
          <p:cNvCxnSpPr/>
          <p:nvPr/>
        </p:nvCxnSpPr>
        <p:spPr>
          <a:xfrm flipH="1" rot="10800000">
            <a:off x="5935662" y="3043237"/>
            <a:ext cx="2219325" cy="14287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6"/>
          <p:cNvSpPr txBox="1"/>
          <p:nvPr/>
        </p:nvSpPr>
        <p:spPr>
          <a:xfrm>
            <a:off x="315912" y="3762375"/>
            <a:ext cx="8583612" cy="267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Donne les instructions à suivre tant que la proposition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VRAIE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doit-on faire pour le cas où proposition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?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4425" y="3568700"/>
            <a:ext cx="65405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250" y="2693987"/>
            <a:ext cx="1497012" cy="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/>
        </p:nvSpPr>
        <p:spPr>
          <a:xfrm>
            <a:off x="1914525" y="1549400"/>
            <a:ext cx="2039937" cy="70326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233362" y="1584325"/>
            <a:ext cx="5075237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TantQue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Proposition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FinTantQue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3632200" y="3032125"/>
            <a:ext cx="4737100" cy="881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Proposition:  VRAI ou FAUX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 rot="10800000">
            <a:off x="3959225" y="2290762"/>
            <a:ext cx="3130550" cy="752475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7"/>
          <p:cNvCxnSpPr/>
          <p:nvPr/>
        </p:nvCxnSpPr>
        <p:spPr>
          <a:xfrm flipH="1" rot="10800000">
            <a:off x="5935662" y="3043237"/>
            <a:ext cx="2219325" cy="14287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7"/>
          <p:cNvSpPr txBox="1"/>
          <p:nvPr/>
        </p:nvSpPr>
        <p:spPr>
          <a:xfrm>
            <a:off x="315912" y="3762375"/>
            <a:ext cx="8583612" cy="267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doit-on faire pour le cas où proposition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? </a:t>
            </a:r>
            <a:r>
              <a:rPr b="0" i="0" lang="en-US" sz="3200" u="none" cap="none" strike="noStrike">
                <a:solidFill>
                  <a:srgbClr val="009D00"/>
                </a:solidFill>
                <a:latin typeface="Calibri"/>
                <a:ea typeface="Calibri"/>
                <a:cs typeface="Calibri"/>
                <a:sym typeface="Calibri"/>
              </a:rPr>
              <a:t>La machine poursuit l’exécution des instructions à partir du FinTantQue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4062" y="3908425"/>
            <a:ext cx="17462" cy="17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7"/>
          <p:cNvGrpSpPr/>
          <p:nvPr/>
        </p:nvGrpSpPr>
        <p:grpSpPr>
          <a:xfrm>
            <a:off x="250122" y="3432667"/>
            <a:ext cx="660576" cy="166930"/>
            <a:chOff x="250293" y="3433471"/>
            <a:chExt cx="660600" cy="166320"/>
          </a:xfrm>
        </p:grpSpPr>
        <p:pic>
          <p:nvPicPr>
            <p:cNvPr id="127" name="Google Shape;12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0293" y="3513031"/>
              <a:ext cx="42588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4413" y="3433471"/>
              <a:ext cx="276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7"/>
          <p:cNvGrpSpPr/>
          <p:nvPr/>
        </p:nvGrpSpPr>
        <p:grpSpPr>
          <a:xfrm>
            <a:off x="318029" y="3297649"/>
            <a:ext cx="125582" cy="116287"/>
            <a:chOff x="317973" y="3298471"/>
            <a:chExt cx="125640" cy="114840"/>
          </a:xfrm>
        </p:grpSpPr>
        <p:pic>
          <p:nvPicPr>
            <p:cNvPr id="130" name="Google Shape;130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6773" y="3298471"/>
              <a:ext cx="79560" cy="114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7973" y="3332671"/>
              <a:ext cx="125640" cy="435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Proposition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dans la boucle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2870200" y="1479550"/>
            <a:ext cx="3392487" cy="72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Booléen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612775" y="3484562"/>
            <a:ext cx="2582862" cy="217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5508625" y="3468687"/>
            <a:ext cx="2973387" cy="87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 flipH="1">
            <a:off x="1963737" y="2233612"/>
            <a:ext cx="1379537" cy="124460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8"/>
          <p:cNvCxnSpPr/>
          <p:nvPr/>
        </p:nvCxnSpPr>
        <p:spPr>
          <a:xfrm>
            <a:off x="4346575" y="2189162"/>
            <a:ext cx="1889125" cy="1258887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Condition ou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233362" y="1584325"/>
            <a:ext cx="8674100" cy="38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Même règles que pour l’instruction Si..alors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Valeurs: VRAI ou FAUX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Problèmes à éviter: bouclage infini ou non-bouclage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Condition ou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233362" y="1584325"/>
            <a:ext cx="8674100" cy="38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Bouclage infini: la condition ou variable est toujours VRAI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Non-bouclage: la condition ou variable est toujours FAUSSE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125" y="3654425"/>
            <a:ext cx="1273175" cy="14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0137" y="4503737"/>
            <a:ext cx="134937" cy="430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0"/>
          <p:cNvGrpSpPr/>
          <p:nvPr/>
        </p:nvGrpSpPr>
        <p:grpSpPr>
          <a:xfrm>
            <a:off x="373582" y="5626569"/>
            <a:ext cx="590737" cy="200311"/>
            <a:chOff x="373578" y="5627204"/>
            <a:chExt cx="590400" cy="199080"/>
          </a:xfrm>
        </p:grpSpPr>
        <p:pic>
          <p:nvPicPr>
            <p:cNvPr id="160" name="Google Shape;16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3578" y="5694524"/>
              <a:ext cx="433800" cy="3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9658" y="5627204"/>
              <a:ext cx="274320" cy="1990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2" name="Google Shape;16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3250" y="4273550"/>
            <a:ext cx="174625" cy="49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10"/>
          <p:cNvGrpSpPr/>
          <p:nvPr/>
        </p:nvGrpSpPr>
        <p:grpSpPr>
          <a:xfrm>
            <a:off x="4618564" y="3277129"/>
            <a:ext cx="4178247" cy="1976607"/>
            <a:chOff x="4617978" y="3276404"/>
            <a:chExt cx="4179013" cy="1977480"/>
          </a:xfrm>
        </p:grpSpPr>
        <p:pic>
          <p:nvPicPr>
            <p:cNvPr id="164" name="Google Shape;164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14086" y="3886604"/>
              <a:ext cx="80741" cy="238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97498" y="3849524"/>
              <a:ext cx="290520" cy="7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19258" y="3990314"/>
              <a:ext cx="543960" cy="12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12818" y="3815670"/>
              <a:ext cx="96480" cy="257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823978" y="3907124"/>
              <a:ext cx="239040" cy="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006858" y="3830804"/>
              <a:ext cx="178920" cy="242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182548" y="3936284"/>
              <a:ext cx="340180" cy="101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662058" y="3955364"/>
              <a:ext cx="945720" cy="178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834923" y="3837284"/>
              <a:ext cx="237629" cy="12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005938" y="3692577"/>
              <a:ext cx="266040" cy="2598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858338" y="3729284"/>
              <a:ext cx="117720" cy="24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883178" y="3716684"/>
              <a:ext cx="333000" cy="5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798218" y="3823244"/>
              <a:ext cx="416520" cy="7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113938" y="3835844"/>
              <a:ext cx="339840" cy="120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367018" y="3751586"/>
              <a:ext cx="312480" cy="20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766495" y="3955188"/>
              <a:ext cx="30496" cy="36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065978" y="3502124"/>
              <a:ext cx="216000" cy="245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001917" y="3634268"/>
              <a:ext cx="186803" cy="151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111720" y="3305204"/>
              <a:ext cx="163757" cy="161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301418" y="3280744"/>
              <a:ext cx="164160" cy="181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465218" y="3276404"/>
              <a:ext cx="130320" cy="196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0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471698" y="3361364"/>
              <a:ext cx="171720" cy="5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0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623618" y="3307364"/>
              <a:ext cx="82440" cy="1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0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361378" y="5091524"/>
              <a:ext cx="37440" cy="16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332578" y="5012324"/>
              <a:ext cx="227880" cy="81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0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408538" y="5118524"/>
              <a:ext cx="232560" cy="7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0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613018" y="5080724"/>
              <a:ext cx="225720" cy="82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0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791938" y="5009424"/>
              <a:ext cx="257760" cy="17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0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020195" y="5092604"/>
              <a:ext cx="211287" cy="67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0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236104" y="4981724"/>
              <a:ext cx="61706" cy="202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0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218538" y="4968044"/>
              <a:ext cx="320760" cy="244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0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6544698" y="5035753"/>
              <a:ext cx="348120" cy="130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0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4617978" y="4092164"/>
              <a:ext cx="681120" cy="112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0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4984458" y="4032404"/>
              <a:ext cx="243720" cy="17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0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257407" y="3741693"/>
              <a:ext cx="53818" cy="223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10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73087" y="4013200"/>
            <a:ext cx="338137" cy="33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849312" y="4157662"/>
            <a:ext cx="3683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017587" y="4017962"/>
            <a:ext cx="69850" cy="4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1400175" y="4191000"/>
            <a:ext cx="1090612" cy="19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2606675" y="3962400"/>
            <a:ext cx="755650" cy="249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08012" y="5113337"/>
            <a:ext cx="381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557212" y="5026025"/>
            <a:ext cx="261937" cy="7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558800" y="5241925"/>
            <a:ext cx="246062" cy="5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793750" y="5149850"/>
            <a:ext cx="952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0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939800" y="5241925"/>
            <a:ext cx="179387" cy="8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0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1243012" y="5070475"/>
            <a:ext cx="193675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0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1452562" y="5214937"/>
            <a:ext cx="19050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0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1504950" y="5068887"/>
            <a:ext cx="104775" cy="4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211137" y="4359275"/>
            <a:ext cx="158750" cy="95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123825" y="5221287"/>
            <a:ext cx="3873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176212" y="5214937"/>
            <a:ext cx="268287" cy="180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0"/>
          <p:cNvGrpSpPr/>
          <p:nvPr/>
        </p:nvGrpSpPr>
        <p:grpSpPr>
          <a:xfrm>
            <a:off x="7004592" y="3827981"/>
            <a:ext cx="298594" cy="162114"/>
            <a:chOff x="7004058" y="3827182"/>
            <a:chExt cx="299160" cy="162404"/>
          </a:xfrm>
        </p:grpSpPr>
        <p:pic>
          <p:nvPicPr>
            <p:cNvPr id="216" name="Google Shape;216;p10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7004058" y="3827182"/>
              <a:ext cx="228960" cy="162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0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7033578" y="3857444"/>
              <a:ext cx="269640" cy="80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10"/>
          <p:cNvGrpSpPr/>
          <p:nvPr/>
        </p:nvGrpSpPr>
        <p:grpSpPr>
          <a:xfrm>
            <a:off x="1834092" y="3766066"/>
            <a:ext cx="895517" cy="487557"/>
            <a:chOff x="1833738" y="3766364"/>
            <a:chExt cx="896040" cy="487080"/>
          </a:xfrm>
        </p:grpSpPr>
        <p:pic>
          <p:nvPicPr>
            <p:cNvPr id="219" name="Google Shape;219;p10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1930218" y="3854216"/>
              <a:ext cx="114120" cy="2793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0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1833738" y="4033124"/>
              <a:ext cx="223560" cy="162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0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2204143" y="3775724"/>
              <a:ext cx="111668" cy="16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0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2298858" y="3798764"/>
              <a:ext cx="191880" cy="15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10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2500790" y="3778964"/>
              <a:ext cx="132895" cy="1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10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2512338" y="3849610"/>
              <a:ext cx="144000" cy="54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10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2682978" y="3766364"/>
              <a:ext cx="46800" cy="108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10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2104818" y="3962447"/>
              <a:ext cx="26640" cy="45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10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2086708" y="4069484"/>
              <a:ext cx="47735" cy="34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10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2178618" y="4058324"/>
              <a:ext cx="59040" cy="2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10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2126037" y="4097924"/>
              <a:ext cx="170322" cy="155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10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2112738" y="4136084"/>
              <a:ext cx="232200" cy="1033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1" name="Google Shape;231;p10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134937" y="2901950"/>
            <a:ext cx="234950" cy="249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/>
          <p:cNvPicPr preferRelativeResize="0"/>
          <p:nvPr/>
        </p:nvPicPr>
        <p:blipFill rotWithShape="1">
          <a:blip r:embed="rId74">
            <a:alphaModFix/>
          </a:blip>
          <a:srcRect b="0" l="0" r="0" t="0"/>
          <a:stretch/>
        </p:blipFill>
        <p:spPr>
          <a:xfrm>
            <a:off x="98425" y="1754187"/>
            <a:ext cx="304800" cy="24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Pour…. suivant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249237" y="1568450"/>
            <a:ext cx="86741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Variante de TantQue…Faire …FinTantQue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Utiliser un compteur de bouclage lorsqu’on sait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d’avance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nombre de boucles à faire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179387" y="3195637"/>
            <a:ext cx="4416425" cy="334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compteur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compteur ←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TantQue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compteur &lt; 10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 Numéro : ", compteur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compteur ← compteur + 1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FinTantQue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600575" y="3179762"/>
            <a:ext cx="4543425" cy="290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compteur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compteur ← 0 à 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 Numéro : ", compteur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compteur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Suivant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4572000" y="3492500"/>
            <a:ext cx="14287" cy="287813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3" name="Google Shape;2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337" y="1331912"/>
            <a:ext cx="68262" cy="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8850" y="1501775"/>
            <a:ext cx="811212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9750" y="1501775"/>
            <a:ext cx="1722437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1000" y="4938712"/>
            <a:ext cx="390525" cy="65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110069" y="6147351"/>
            <a:ext cx="927258" cy="171575"/>
            <a:chOff x="109334" y="6147023"/>
            <a:chExt cx="928444" cy="172481"/>
          </a:xfrm>
        </p:grpSpPr>
        <p:pic>
          <p:nvPicPr>
            <p:cNvPr id="248" name="Google Shape;248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9334" y="6217604"/>
              <a:ext cx="830528" cy="8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0578" y="6147023"/>
              <a:ext cx="277200" cy="1724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0" name="Google Shape;25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4562" y="4464050"/>
            <a:ext cx="458787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72100" y="4862512"/>
            <a:ext cx="320675" cy="4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11"/>
          <p:cNvGrpSpPr/>
          <p:nvPr/>
        </p:nvGrpSpPr>
        <p:grpSpPr>
          <a:xfrm>
            <a:off x="5355165" y="5304368"/>
            <a:ext cx="3621260" cy="552603"/>
            <a:chOff x="5354898" y="5304644"/>
            <a:chExt cx="3622320" cy="552947"/>
          </a:xfrm>
        </p:grpSpPr>
        <p:pic>
          <p:nvPicPr>
            <p:cNvPr id="253" name="Google Shape;253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354898" y="5304644"/>
              <a:ext cx="1652760" cy="157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695098" y="5604548"/>
              <a:ext cx="601920" cy="1540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326538" y="5596977"/>
              <a:ext cx="116640" cy="2606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86696" y="5510924"/>
              <a:ext cx="95122" cy="218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1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525978" y="5568524"/>
              <a:ext cx="540000" cy="145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1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234098" y="5514865"/>
              <a:ext cx="151920" cy="185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1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259298" y="5553824"/>
              <a:ext cx="489240" cy="7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801098" y="5494364"/>
              <a:ext cx="428400" cy="149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190258" y="5471324"/>
              <a:ext cx="156600" cy="273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331027" y="5377364"/>
              <a:ext cx="397423" cy="26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805498" y="5473124"/>
              <a:ext cx="57960" cy="1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775978" y="5442884"/>
              <a:ext cx="201240" cy="166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5" name="Google Shape;265;p1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42925" y="4471987"/>
            <a:ext cx="1565275" cy="41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11"/>
          <p:cNvGrpSpPr/>
          <p:nvPr/>
        </p:nvGrpSpPr>
        <p:grpSpPr>
          <a:xfrm>
            <a:off x="238644" y="6120299"/>
            <a:ext cx="774889" cy="265365"/>
            <a:chOff x="239133" y="6120871"/>
            <a:chExt cx="774360" cy="264240"/>
          </a:xfrm>
        </p:grpSpPr>
        <p:pic>
          <p:nvPicPr>
            <p:cNvPr id="267" name="Google Shape;267;p1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39133" y="6265951"/>
              <a:ext cx="699120" cy="6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58253" y="6120871"/>
              <a:ext cx="255240" cy="2642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9" name="Google Shape;269;p1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967537" y="4449762"/>
            <a:ext cx="128587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508875" y="4416425"/>
            <a:ext cx="141287" cy="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143625" y="5881687"/>
            <a:ext cx="2622550" cy="53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1"/>
          <p:cNvGrpSpPr/>
          <p:nvPr/>
        </p:nvGrpSpPr>
        <p:grpSpPr>
          <a:xfrm>
            <a:off x="3648968" y="6042588"/>
            <a:ext cx="320836" cy="228702"/>
            <a:chOff x="3648333" y="6042031"/>
            <a:chExt cx="321120" cy="229680"/>
          </a:xfrm>
        </p:grpSpPr>
        <p:pic>
          <p:nvPicPr>
            <p:cNvPr id="273" name="Google Shape;273;p1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3700533" y="6042031"/>
              <a:ext cx="191880" cy="229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1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3648333" y="6120871"/>
              <a:ext cx="321120" cy="124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" name="Google Shape;275;p11"/>
          <p:cNvGrpSpPr/>
          <p:nvPr/>
        </p:nvGrpSpPr>
        <p:grpSpPr>
          <a:xfrm>
            <a:off x="5364706" y="6052412"/>
            <a:ext cx="282714" cy="165325"/>
            <a:chOff x="5364093" y="6053191"/>
            <a:chExt cx="283320" cy="164880"/>
          </a:xfrm>
        </p:grpSpPr>
        <p:pic>
          <p:nvPicPr>
            <p:cNvPr id="276" name="Google Shape;276;p1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376693" y="6053191"/>
              <a:ext cx="186120" cy="154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364093" y="6053191"/>
              <a:ext cx="283320" cy="1648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11"/>
          <p:cNvGrpSpPr/>
          <p:nvPr/>
        </p:nvGrpSpPr>
        <p:grpSpPr>
          <a:xfrm>
            <a:off x="3309230" y="4566500"/>
            <a:ext cx="965388" cy="252662"/>
            <a:chOff x="3309933" y="4566751"/>
            <a:chExt cx="964800" cy="251640"/>
          </a:xfrm>
        </p:grpSpPr>
        <p:pic>
          <p:nvPicPr>
            <p:cNvPr id="279" name="Google Shape;279;p1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341613" y="4566751"/>
              <a:ext cx="190080" cy="251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1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309933" y="4676551"/>
              <a:ext cx="222120" cy="39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1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574173" y="4661431"/>
              <a:ext cx="279000" cy="116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1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3829053" y="4624351"/>
              <a:ext cx="38160" cy="35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3930573" y="4644151"/>
              <a:ext cx="120240" cy="11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1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040373" y="4655671"/>
              <a:ext cx="234360" cy="1177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5" name="Google Shape;285;p11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6905625" y="3921125"/>
            <a:ext cx="8667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1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7813675" y="4427537"/>
            <a:ext cx="558800" cy="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 POUR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217487" y="2005012"/>
            <a:ext cx="8478837" cy="368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Compteur ← Initial à Final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Pas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valeurdupas</a:t>
            </a:r>
            <a:b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Compteur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suivant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937" y="2541587"/>
            <a:ext cx="830262" cy="3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6825" y="2574925"/>
            <a:ext cx="560387" cy="41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12"/>
          <p:cNvGrpSpPr/>
          <p:nvPr/>
        </p:nvGrpSpPr>
        <p:grpSpPr>
          <a:xfrm>
            <a:off x="4923354" y="2417170"/>
            <a:ext cx="1207053" cy="88497"/>
            <a:chOff x="4923813" y="2416471"/>
            <a:chExt cx="1206000" cy="89640"/>
          </a:xfrm>
        </p:grpSpPr>
        <p:pic>
          <p:nvPicPr>
            <p:cNvPr id="297" name="Google Shape;29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23813" y="2416471"/>
              <a:ext cx="498600" cy="76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80533" y="2432671"/>
              <a:ext cx="449280" cy="734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9" name="Google Shape;29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7937" y="2395537"/>
            <a:ext cx="1925637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0162" y="1998662"/>
            <a:ext cx="12604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POUR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217487" y="2005012"/>
            <a:ext cx="8478837" cy="368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Propriétés de la boucle POUR: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 omis s’il est égal à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Peuvent être imbriquées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Peuvent être successives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peuvent être croisées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pas réaffecter le compteur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13"/>
          <p:cNvGrpSpPr/>
          <p:nvPr/>
        </p:nvGrpSpPr>
        <p:grpSpPr>
          <a:xfrm>
            <a:off x="3205684" y="33883"/>
            <a:ext cx="2487797" cy="384311"/>
            <a:chOff x="3206058" y="33524"/>
            <a:chExt cx="2486880" cy="385200"/>
          </a:xfrm>
        </p:grpSpPr>
        <p:pic>
          <p:nvPicPr>
            <p:cNvPr id="309" name="Google Shape;30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06058" y="81044"/>
              <a:ext cx="966960" cy="337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84618" y="150524"/>
              <a:ext cx="131400" cy="122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19178" y="175724"/>
              <a:ext cx="415440" cy="5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28938" y="113444"/>
              <a:ext cx="127440" cy="11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65178" y="127844"/>
              <a:ext cx="160200" cy="127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55098" y="33524"/>
              <a:ext cx="183240" cy="32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475197" y="88964"/>
              <a:ext cx="72245" cy="19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49298" y="140048"/>
              <a:ext cx="143640" cy="109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" name="Google Shape;317;p13"/>
          <p:cNvGrpSpPr/>
          <p:nvPr/>
        </p:nvGrpSpPr>
        <p:grpSpPr>
          <a:xfrm>
            <a:off x="3012003" y="1124442"/>
            <a:ext cx="1227324" cy="271704"/>
            <a:chOff x="3012378" y="1124684"/>
            <a:chExt cx="1226152" cy="270720"/>
          </a:xfrm>
        </p:grpSpPr>
        <p:pic>
          <p:nvPicPr>
            <p:cNvPr id="318" name="Google Shape;318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012378" y="1171844"/>
              <a:ext cx="603000" cy="15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645258" y="1124684"/>
              <a:ext cx="243720" cy="27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823106" y="1175804"/>
              <a:ext cx="415424" cy="107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13"/>
          <p:cNvGrpSpPr/>
          <p:nvPr/>
        </p:nvGrpSpPr>
        <p:grpSpPr>
          <a:xfrm>
            <a:off x="4556664" y="1053008"/>
            <a:ext cx="1039973" cy="222459"/>
            <a:chOff x="4556068" y="1053764"/>
            <a:chExt cx="1040390" cy="221734"/>
          </a:xfrm>
        </p:grpSpPr>
        <p:pic>
          <p:nvPicPr>
            <p:cNvPr id="322" name="Google Shape;322;p1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556068" y="1138031"/>
              <a:ext cx="337300" cy="137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848738" y="1134764"/>
              <a:ext cx="80280" cy="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040258" y="1153844"/>
              <a:ext cx="389520" cy="102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424738" y="1053764"/>
              <a:ext cx="171720" cy="212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" name="Google Shape;326;p13"/>
          <p:cNvGrpSpPr/>
          <p:nvPr/>
        </p:nvGrpSpPr>
        <p:grpSpPr>
          <a:xfrm>
            <a:off x="3620028" y="402151"/>
            <a:ext cx="2275076" cy="555824"/>
            <a:chOff x="3619698" y="402164"/>
            <a:chExt cx="2275938" cy="555120"/>
          </a:xfrm>
        </p:grpSpPr>
        <p:pic>
          <p:nvPicPr>
            <p:cNvPr id="327" name="Google Shape;327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809418" y="522044"/>
              <a:ext cx="63360" cy="156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797936" y="507284"/>
              <a:ext cx="103246" cy="1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927858" y="525644"/>
              <a:ext cx="112680" cy="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114338" y="528164"/>
              <a:ext cx="318960" cy="86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1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589178" y="502604"/>
              <a:ext cx="145440" cy="8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1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634483" y="419444"/>
              <a:ext cx="77148" cy="3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836138" y="487459"/>
              <a:ext cx="151920" cy="145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860258" y="531764"/>
              <a:ext cx="296280" cy="49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276104" y="484244"/>
              <a:ext cx="88110" cy="15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463618" y="525644"/>
              <a:ext cx="219960" cy="91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486298" y="420164"/>
              <a:ext cx="233280" cy="5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1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730715" y="445004"/>
              <a:ext cx="158805" cy="140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706239" y="402164"/>
              <a:ext cx="189397" cy="5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1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3855520" y="856124"/>
              <a:ext cx="166998" cy="101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999858" y="759419"/>
              <a:ext cx="60480" cy="32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263348" y="803899"/>
              <a:ext cx="127498" cy="145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420338" y="850053"/>
              <a:ext cx="228960" cy="83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4600352" y="789164"/>
              <a:ext cx="250173" cy="108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4815258" y="811124"/>
              <a:ext cx="334800" cy="102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1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164818" y="755684"/>
              <a:ext cx="200520" cy="158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13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3619698" y="519524"/>
              <a:ext cx="173880" cy="430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" name="Google Shape;348;p13"/>
          <p:cNvGrpSpPr/>
          <p:nvPr/>
        </p:nvGrpSpPr>
        <p:grpSpPr>
          <a:xfrm>
            <a:off x="1949974" y="175145"/>
            <a:ext cx="901884" cy="1338449"/>
            <a:chOff x="1949298" y="175364"/>
            <a:chExt cx="901805" cy="1337760"/>
          </a:xfrm>
        </p:grpSpPr>
        <p:pic>
          <p:nvPicPr>
            <p:cNvPr id="349" name="Google Shape;349;p1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2224399" y="179684"/>
              <a:ext cx="70080" cy="237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1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2168173" y="175364"/>
              <a:ext cx="682930" cy="129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1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1949298" y="227204"/>
              <a:ext cx="480240" cy="12859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2" name="Google Shape;352;p13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691062" y="3297237"/>
            <a:ext cx="214312" cy="12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13"/>
          <p:cNvGrpSpPr/>
          <p:nvPr/>
        </p:nvGrpSpPr>
        <p:grpSpPr>
          <a:xfrm>
            <a:off x="4709037" y="4296354"/>
            <a:ext cx="470102" cy="228672"/>
            <a:chOff x="4709778" y="4295564"/>
            <a:chExt cx="469440" cy="230040"/>
          </a:xfrm>
        </p:grpSpPr>
        <p:pic>
          <p:nvPicPr>
            <p:cNvPr id="354" name="Google Shape;354;p1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709778" y="4295564"/>
              <a:ext cx="325800" cy="230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1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760898" y="4325804"/>
              <a:ext cx="418320" cy="180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6" name="Google Shape;356;p13"/>
          <p:cNvGrpSpPr/>
          <p:nvPr/>
        </p:nvGrpSpPr>
        <p:grpSpPr>
          <a:xfrm>
            <a:off x="6099712" y="2634163"/>
            <a:ext cx="628810" cy="305038"/>
            <a:chOff x="6099378" y="2634524"/>
            <a:chExt cx="629646" cy="304213"/>
          </a:xfrm>
        </p:grpSpPr>
        <p:pic>
          <p:nvPicPr>
            <p:cNvPr id="357" name="Google Shape;357;p13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145059" y="2687070"/>
              <a:ext cx="100157" cy="251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3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099378" y="2634524"/>
              <a:ext cx="214920" cy="164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13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237971" y="2686004"/>
              <a:ext cx="491053" cy="104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" name="Google Shape;360;p13"/>
          <p:cNvGrpSpPr/>
          <p:nvPr/>
        </p:nvGrpSpPr>
        <p:grpSpPr>
          <a:xfrm>
            <a:off x="7058565" y="2408751"/>
            <a:ext cx="2000409" cy="449461"/>
            <a:chOff x="7058069" y="2408804"/>
            <a:chExt cx="2001229" cy="448920"/>
          </a:xfrm>
        </p:grpSpPr>
        <p:pic>
          <p:nvPicPr>
            <p:cNvPr id="361" name="Google Shape;361;p1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058069" y="2594564"/>
              <a:ext cx="317499" cy="165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350763" y="2619044"/>
              <a:ext cx="144310" cy="238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3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463418" y="2498084"/>
              <a:ext cx="415800" cy="248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3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8013138" y="2569027"/>
              <a:ext cx="101160" cy="1558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3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8029698" y="2623724"/>
              <a:ext cx="270000" cy="3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3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8387898" y="2547018"/>
              <a:ext cx="87120" cy="1408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616538" y="2550284"/>
              <a:ext cx="97481" cy="95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3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509218" y="2422844"/>
              <a:ext cx="284760" cy="5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3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8853018" y="2408804"/>
              <a:ext cx="60120" cy="187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3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8895498" y="2546324"/>
              <a:ext cx="163800" cy="93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1" name="Google Shape;371;p13"/>
          <p:cNvGrpSpPr/>
          <p:nvPr/>
        </p:nvGrpSpPr>
        <p:grpSpPr>
          <a:xfrm>
            <a:off x="6739476" y="3186673"/>
            <a:ext cx="597050" cy="203288"/>
            <a:chOff x="6739098" y="3186404"/>
            <a:chExt cx="597960" cy="204101"/>
          </a:xfrm>
        </p:grpSpPr>
        <p:pic>
          <p:nvPicPr>
            <p:cNvPr id="372" name="Google Shape;372;p13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739098" y="3216305"/>
              <a:ext cx="114480" cy="17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3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747738" y="3186404"/>
              <a:ext cx="589320" cy="115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" name="Google Shape;374;p13"/>
          <p:cNvGrpSpPr/>
          <p:nvPr/>
        </p:nvGrpSpPr>
        <p:grpSpPr>
          <a:xfrm>
            <a:off x="7542740" y="2943763"/>
            <a:ext cx="1233659" cy="273201"/>
            <a:chOff x="7542258" y="2943404"/>
            <a:chExt cx="1234080" cy="273600"/>
          </a:xfrm>
        </p:grpSpPr>
        <p:pic>
          <p:nvPicPr>
            <p:cNvPr id="375" name="Google Shape;375;p13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7542258" y="3134564"/>
              <a:ext cx="116280" cy="8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3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575079" y="3061109"/>
              <a:ext cx="70080" cy="27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13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7824498" y="3044564"/>
              <a:ext cx="120600" cy="1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13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807232" y="3146084"/>
              <a:ext cx="244052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13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8091978" y="3029804"/>
              <a:ext cx="84960" cy="186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13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8309418" y="3088844"/>
              <a:ext cx="145800" cy="100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13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8249645" y="2967164"/>
              <a:ext cx="267865" cy="5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13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8573683" y="2968964"/>
              <a:ext cx="145390" cy="1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13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8586258" y="2943404"/>
              <a:ext cx="190080" cy="47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" name="Google Shape;384;p13"/>
          <p:cNvGrpSpPr/>
          <p:nvPr/>
        </p:nvGrpSpPr>
        <p:grpSpPr>
          <a:xfrm>
            <a:off x="6366405" y="3481937"/>
            <a:ext cx="2190896" cy="692298"/>
            <a:chOff x="6365778" y="3481625"/>
            <a:chExt cx="2192018" cy="692619"/>
          </a:xfrm>
        </p:grpSpPr>
        <p:pic>
          <p:nvPicPr>
            <p:cNvPr id="385" name="Google Shape;385;p13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6365778" y="3601844"/>
              <a:ext cx="466200" cy="2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13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6842418" y="3564764"/>
              <a:ext cx="677160" cy="31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13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7669698" y="3577700"/>
              <a:ext cx="348480" cy="153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13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7947978" y="3564764"/>
              <a:ext cx="50760" cy="25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3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8065698" y="3578482"/>
              <a:ext cx="318960" cy="101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3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8385018" y="3481625"/>
              <a:ext cx="94320" cy="173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13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8399801" y="3553925"/>
              <a:ext cx="157995" cy="26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13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7027077" y="4064444"/>
              <a:ext cx="169962" cy="10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3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7155978" y="3965804"/>
              <a:ext cx="57240" cy="29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13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7385658" y="3995684"/>
              <a:ext cx="419040" cy="14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13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7772298" y="3944595"/>
              <a:ext cx="511200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13"/>
            <p:cNvPicPr preferRelativeResize="0"/>
            <p:nvPr/>
          </p:nvPicPr>
          <p:blipFill rotWithShape="1">
            <a:blip r:embed="rId80">
              <a:alphaModFix/>
            </a:blip>
            <a:srcRect b="0" l="0" r="0" t="0"/>
            <a:stretch/>
          </p:blipFill>
          <p:spPr>
            <a:xfrm>
              <a:off x="8295018" y="3821804"/>
              <a:ext cx="83520" cy="242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13"/>
            <p:cNvPicPr preferRelativeResize="0"/>
            <p:nvPr/>
          </p:nvPicPr>
          <p:blipFill rotWithShape="1">
            <a:blip r:embed="rId81">
              <a:alphaModFix/>
            </a:blip>
            <a:srcRect b="0" l="0" r="0" t="0"/>
            <a:stretch/>
          </p:blipFill>
          <p:spPr>
            <a:xfrm>
              <a:off x="8270538" y="3896684"/>
              <a:ext cx="264240" cy="40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8" name="Google Shape;398;p13"/>
          <p:cNvGrpSpPr/>
          <p:nvPr/>
        </p:nvGrpSpPr>
        <p:grpSpPr>
          <a:xfrm>
            <a:off x="5901253" y="3183455"/>
            <a:ext cx="570109" cy="314515"/>
            <a:chOff x="5901012" y="3183524"/>
            <a:chExt cx="569892" cy="314280"/>
          </a:xfrm>
        </p:grpSpPr>
        <p:pic>
          <p:nvPicPr>
            <p:cNvPr id="399" name="Google Shape;399;p13"/>
            <p:cNvPicPr preferRelativeResize="0"/>
            <p:nvPr/>
          </p:nvPicPr>
          <p:blipFill rotWithShape="1">
            <a:blip r:embed="rId82">
              <a:alphaModFix/>
            </a:blip>
            <a:srcRect b="0" l="0" r="0" t="0"/>
            <a:stretch/>
          </p:blipFill>
          <p:spPr>
            <a:xfrm>
              <a:off x="5901012" y="3183524"/>
              <a:ext cx="569892" cy="21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13"/>
            <p:cNvPicPr preferRelativeResize="0"/>
            <p:nvPr/>
          </p:nvPicPr>
          <p:blipFill rotWithShape="1">
            <a:blip r:embed="rId83">
              <a:alphaModFix/>
            </a:blip>
            <a:srcRect b="0" l="0" r="0" t="0"/>
            <a:stretch/>
          </p:blipFill>
          <p:spPr>
            <a:xfrm>
              <a:off x="6093978" y="3207284"/>
              <a:ext cx="201240" cy="290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1" name="Google Shape;401;p13"/>
          <p:cNvPicPr preferRelativeResize="0"/>
          <p:nvPr/>
        </p:nvPicPr>
        <p:blipFill rotWithShape="1">
          <a:blip r:embed="rId84">
            <a:alphaModFix/>
          </a:blip>
          <a:srcRect b="0" l="0" r="0" t="0"/>
          <a:stretch/>
        </p:blipFill>
        <p:spPr>
          <a:xfrm>
            <a:off x="960437" y="4156075"/>
            <a:ext cx="41275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85">
            <a:alphaModFix/>
          </a:blip>
          <a:srcRect b="0" l="0" r="0" t="0"/>
          <a:stretch/>
        </p:blipFill>
        <p:spPr>
          <a:xfrm>
            <a:off x="8931275" y="2576512"/>
            <a:ext cx="33337" cy="42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86">
            <a:alphaModFix/>
          </a:blip>
          <a:srcRect b="0" l="0" r="0" t="0"/>
          <a:stretch/>
        </p:blipFill>
        <p:spPr>
          <a:xfrm>
            <a:off x="7599362" y="3287712"/>
            <a:ext cx="130175" cy="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3"/>
          <p:cNvPicPr preferRelativeResize="0"/>
          <p:nvPr/>
        </p:nvPicPr>
        <p:blipFill rotWithShape="1">
          <a:blip r:embed="rId87">
            <a:alphaModFix/>
          </a:blip>
          <a:srcRect b="0" l="0" r="0" t="0"/>
          <a:stretch/>
        </p:blipFill>
        <p:spPr>
          <a:xfrm>
            <a:off x="6369050" y="2813050"/>
            <a:ext cx="300037" cy="7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3"/>
          <p:cNvPicPr preferRelativeResize="0"/>
          <p:nvPr/>
        </p:nvPicPr>
        <p:blipFill rotWithShape="1">
          <a:blip r:embed="rId88">
            <a:alphaModFix/>
          </a:blip>
          <a:srcRect b="0" l="0" r="0" t="0"/>
          <a:stretch/>
        </p:blipFill>
        <p:spPr>
          <a:xfrm>
            <a:off x="7045325" y="3365500"/>
            <a:ext cx="196850" cy="41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p13"/>
          <p:cNvGrpSpPr/>
          <p:nvPr/>
        </p:nvGrpSpPr>
        <p:grpSpPr>
          <a:xfrm>
            <a:off x="5833373" y="3083808"/>
            <a:ext cx="784376" cy="651057"/>
            <a:chOff x="5832813" y="3083911"/>
            <a:chExt cx="785520" cy="650880"/>
          </a:xfrm>
        </p:grpSpPr>
        <p:pic>
          <p:nvPicPr>
            <p:cNvPr id="407" name="Google Shape;407;p13"/>
            <p:cNvPicPr preferRelativeResize="0"/>
            <p:nvPr/>
          </p:nvPicPr>
          <p:blipFill rotWithShape="1">
            <a:blip r:embed="rId89">
              <a:alphaModFix/>
            </a:blip>
            <a:srcRect b="0" l="0" r="0" t="0"/>
            <a:stretch/>
          </p:blipFill>
          <p:spPr>
            <a:xfrm>
              <a:off x="5832813" y="3083911"/>
              <a:ext cx="689400" cy="650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13"/>
            <p:cNvPicPr preferRelativeResize="0"/>
            <p:nvPr/>
          </p:nvPicPr>
          <p:blipFill rotWithShape="1">
            <a:blip r:embed="rId90">
              <a:alphaModFix/>
            </a:blip>
            <a:srcRect b="0" l="0" r="0" t="0"/>
            <a:stretch/>
          </p:blipFill>
          <p:spPr>
            <a:xfrm>
              <a:off x="5895093" y="3174271"/>
              <a:ext cx="723240" cy="362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9" name="Google Shape;409;p13"/>
          <p:cNvPicPr preferRelativeResize="0"/>
          <p:nvPr/>
        </p:nvPicPr>
        <p:blipFill rotWithShape="1">
          <a:blip r:embed="rId91">
            <a:alphaModFix/>
          </a:blip>
          <a:srcRect b="0" l="0" r="0" t="0"/>
          <a:stretch/>
        </p:blipFill>
        <p:spPr>
          <a:xfrm>
            <a:off x="2112962" y="5140325"/>
            <a:ext cx="2744787" cy="61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3"/>
          <p:cNvGrpSpPr/>
          <p:nvPr/>
        </p:nvGrpSpPr>
        <p:grpSpPr>
          <a:xfrm>
            <a:off x="6233411" y="4596702"/>
            <a:ext cx="2823979" cy="552616"/>
            <a:chOff x="6233493" y="4596991"/>
            <a:chExt cx="2824200" cy="552960"/>
          </a:xfrm>
        </p:grpSpPr>
        <p:pic>
          <p:nvPicPr>
            <p:cNvPr id="411" name="Google Shape;411;p13"/>
            <p:cNvPicPr preferRelativeResize="0"/>
            <p:nvPr/>
          </p:nvPicPr>
          <p:blipFill rotWithShape="1">
            <a:blip r:embed="rId92">
              <a:alphaModFix/>
            </a:blip>
            <a:srcRect b="0" l="0" r="0" t="0"/>
            <a:stretch/>
          </p:blipFill>
          <p:spPr>
            <a:xfrm>
              <a:off x="6233493" y="4858351"/>
              <a:ext cx="95400" cy="29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13"/>
            <p:cNvPicPr preferRelativeResize="0"/>
            <p:nvPr/>
          </p:nvPicPr>
          <p:blipFill rotWithShape="1">
            <a:blip r:embed="rId93">
              <a:alphaModFix/>
            </a:blip>
            <a:srcRect b="0" l="0" r="0" t="0"/>
            <a:stretch/>
          </p:blipFill>
          <p:spPr>
            <a:xfrm>
              <a:off x="6244293" y="4797871"/>
              <a:ext cx="158760" cy="168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13"/>
            <p:cNvPicPr preferRelativeResize="0"/>
            <p:nvPr/>
          </p:nvPicPr>
          <p:blipFill rotWithShape="1">
            <a:blip r:embed="rId94">
              <a:alphaModFix/>
            </a:blip>
            <a:srcRect b="0" l="0" r="0" t="0"/>
            <a:stretch/>
          </p:blipFill>
          <p:spPr>
            <a:xfrm>
              <a:off x="6453453" y="4845031"/>
              <a:ext cx="439920" cy="151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13"/>
            <p:cNvPicPr preferRelativeResize="0"/>
            <p:nvPr/>
          </p:nvPicPr>
          <p:blipFill rotWithShape="1">
            <a:blip r:embed="rId95">
              <a:alphaModFix/>
            </a:blip>
            <a:srcRect b="0" l="0" r="0" t="0"/>
            <a:stretch/>
          </p:blipFill>
          <p:spPr>
            <a:xfrm>
              <a:off x="7069053" y="4839271"/>
              <a:ext cx="412200" cy="228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3"/>
            <p:cNvPicPr preferRelativeResize="0"/>
            <p:nvPr/>
          </p:nvPicPr>
          <p:blipFill rotWithShape="1">
            <a:blip r:embed="rId96">
              <a:alphaModFix/>
            </a:blip>
            <a:srcRect b="0" l="0" r="0" t="0"/>
            <a:stretch/>
          </p:blipFill>
          <p:spPr>
            <a:xfrm>
              <a:off x="7499973" y="4698871"/>
              <a:ext cx="302040" cy="24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3"/>
            <p:cNvPicPr preferRelativeResize="0"/>
            <p:nvPr/>
          </p:nvPicPr>
          <p:blipFill rotWithShape="1">
            <a:blip r:embed="rId97">
              <a:alphaModFix/>
            </a:blip>
            <a:srcRect b="0" l="0" r="0" t="0"/>
            <a:stretch/>
          </p:blipFill>
          <p:spPr>
            <a:xfrm>
              <a:off x="7883373" y="4800031"/>
              <a:ext cx="129240" cy="14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3"/>
            <p:cNvPicPr preferRelativeResize="0"/>
            <p:nvPr/>
          </p:nvPicPr>
          <p:blipFill rotWithShape="1">
            <a:blip r:embed="rId98">
              <a:alphaModFix/>
            </a:blip>
            <a:srcRect b="0" l="0" r="0" t="0"/>
            <a:stretch/>
          </p:blipFill>
          <p:spPr>
            <a:xfrm>
              <a:off x="7889493" y="4808311"/>
              <a:ext cx="502200" cy="10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13"/>
            <p:cNvPicPr preferRelativeResize="0"/>
            <p:nvPr/>
          </p:nvPicPr>
          <p:blipFill rotWithShape="1">
            <a:blip r:embed="rId99">
              <a:alphaModFix/>
            </a:blip>
            <a:srcRect b="0" l="0" r="0" t="0"/>
            <a:stretch/>
          </p:blipFill>
          <p:spPr>
            <a:xfrm>
              <a:off x="8389173" y="4653151"/>
              <a:ext cx="70200" cy="2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3"/>
            <p:cNvPicPr preferRelativeResize="0"/>
            <p:nvPr/>
          </p:nvPicPr>
          <p:blipFill rotWithShape="1">
            <a:blip r:embed="rId100">
              <a:alphaModFix/>
            </a:blip>
            <a:srcRect b="0" l="0" r="0" t="0"/>
            <a:stretch/>
          </p:blipFill>
          <p:spPr>
            <a:xfrm>
              <a:off x="8602293" y="4748911"/>
              <a:ext cx="132480" cy="112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3"/>
            <p:cNvPicPr preferRelativeResize="0"/>
            <p:nvPr/>
          </p:nvPicPr>
          <p:blipFill rotWithShape="1">
            <a:blip r:embed="rId101">
              <a:alphaModFix/>
            </a:blip>
            <a:srcRect b="0" l="0" r="0" t="0"/>
            <a:stretch/>
          </p:blipFill>
          <p:spPr>
            <a:xfrm>
              <a:off x="8586813" y="4618591"/>
              <a:ext cx="169920" cy="75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3"/>
            <p:cNvPicPr preferRelativeResize="0"/>
            <p:nvPr/>
          </p:nvPicPr>
          <p:blipFill rotWithShape="1">
            <a:blip r:embed="rId102">
              <a:alphaModFix/>
            </a:blip>
            <a:srcRect b="0" l="0" r="0" t="0"/>
            <a:stretch/>
          </p:blipFill>
          <p:spPr>
            <a:xfrm>
              <a:off x="8844933" y="4596991"/>
              <a:ext cx="72360" cy="28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3"/>
            <p:cNvPicPr preferRelativeResize="0"/>
            <p:nvPr/>
          </p:nvPicPr>
          <p:blipFill rotWithShape="1">
            <a:blip r:embed="rId103">
              <a:alphaModFix/>
            </a:blip>
            <a:srcRect b="0" l="0" r="0" t="0"/>
            <a:stretch/>
          </p:blipFill>
          <p:spPr>
            <a:xfrm>
              <a:off x="8910093" y="4788871"/>
              <a:ext cx="147600" cy="87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3" name="Google Shape;423;p13"/>
          <p:cNvGrpSpPr/>
          <p:nvPr/>
        </p:nvGrpSpPr>
        <p:grpSpPr>
          <a:xfrm>
            <a:off x="6798199" y="5685741"/>
            <a:ext cx="2146478" cy="392251"/>
            <a:chOff x="6797973" y="5685271"/>
            <a:chExt cx="2146320" cy="393120"/>
          </a:xfrm>
        </p:grpSpPr>
        <p:pic>
          <p:nvPicPr>
            <p:cNvPr id="424" name="Google Shape;424;p13"/>
            <p:cNvPicPr preferRelativeResize="0"/>
            <p:nvPr/>
          </p:nvPicPr>
          <p:blipFill rotWithShape="1">
            <a:blip r:embed="rId104">
              <a:alphaModFix/>
            </a:blip>
            <a:srcRect b="0" l="0" r="0" t="0"/>
            <a:stretch/>
          </p:blipFill>
          <p:spPr>
            <a:xfrm>
              <a:off x="6797973" y="5799031"/>
              <a:ext cx="673200" cy="279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13"/>
            <p:cNvPicPr preferRelativeResize="0"/>
            <p:nvPr/>
          </p:nvPicPr>
          <p:blipFill rotWithShape="1">
            <a:blip r:embed="rId105">
              <a:alphaModFix/>
            </a:blip>
            <a:srcRect b="0" l="0" r="0" t="0"/>
            <a:stretch/>
          </p:blipFill>
          <p:spPr>
            <a:xfrm>
              <a:off x="7496373" y="5685271"/>
              <a:ext cx="457200" cy="23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13"/>
            <p:cNvPicPr preferRelativeResize="0"/>
            <p:nvPr/>
          </p:nvPicPr>
          <p:blipFill rotWithShape="1">
            <a:blip r:embed="rId106">
              <a:alphaModFix/>
            </a:blip>
            <a:srcRect b="0" l="0" r="0" t="0"/>
            <a:stretch/>
          </p:blipFill>
          <p:spPr>
            <a:xfrm>
              <a:off x="8084253" y="5802271"/>
              <a:ext cx="326160" cy="145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3"/>
            <p:cNvPicPr preferRelativeResize="0"/>
            <p:nvPr/>
          </p:nvPicPr>
          <p:blipFill rotWithShape="1">
            <a:blip r:embed="rId107">
              <a:alphaModFix/>
            </a:blip>
            <a:srcRect b="0" l="0" r="0" t="0"/>
            <a:stretch/>
          </p:blipFill>
          <p:spPr>
            <a:xfrm>
              <a:off x="8356053" y="5777791"/>
              <a:ext cx="52560" cy="4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13"/>
            <p:cNvPicPr preferRelativeResize="0"/>
            <p:nvPr/>
          </p:nvPicPr>
          <p:blipFill rotWithShape="1">
            <a:blip r:embed="rId108">
              <a:alphaModFix/>
            </a:blip>
            <a:srcRect b="0" l="0" r="0" t="0"/>
            <a:stretch/>
          </p:blipFill>
          <p:spPr>
            <a:xfrm>
              <a:off x="8446053" y="5801191"/>
              <a:ext cx="306720" cy="78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13"/>
            <p:cNvPicPr preferRelativeResize="0"/>
            <p:nvPr/>
          </p:nvPicPr>
          <p:blipFill rotWithShape="1">
            <a:blip r:embed="rId109">
              <a:alphaModFix/>
            </a:blip>
            <a:srcRect b="0" l="0" r="0" t="0"/>
            <a:stretch/>
          </p:blipFill>
          <p:spPr>
            <a:xfrm>
              <a:off x="8784453" y="5701471"/>
              <a:ext cx="53640" cy="201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13"/>
            <p:cNvPicPr preferRelativeResize="0"/>
            <p:nvPr/>
          </p:nvPicPr>
          <p:blipFill rotWithShape="1">
            <a:blip r:embed="rId110">
              <a:alphaModFix/>
            </a:blip>
            <a:srcRect b="0" l="0" r="0" t="0"/>
            <a:stretch/>
          </p:blipFill>
          <p:spPr>
            <a:xfrm>
              <a:off x="8762133" y="5778511"/>
              <a:ext cx="182160" cy="55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1" name="Google Shape;431;p13"/>
          <p:cNvGrpSpPr/>
          <p:nvPr/>
        </p:nvGrpSpPr>
        <p:grpSpPr>
          <a:xfrm>
            <a:off x="7107760" y="5117015"/>
            <a:ext cx="2018254" cy="379633"/>
            <a:chOff x="7108293" y="5117551"/>
            <a:chExt cx="2017800" cy="378720"/>
          </a:xfrm>
        </p:grpSpPr>
        <p:pic>
          <p:nvPicPr>
            <p:cNvPr id="432" name="Google Shape;432;p13"/>
            <p:cNvPicPr preferRelativeResize="0"/>
            <p:nvPr/>
          </p:nvPicPr>
          <p:blipFill rotWithShape="1">
            <a:blip r:embed="rId111">
              <a:alphaModFix/>
            </a:blip>
            <a:srcRect b="0" l="0" r="0" t="0"/>
            <a:stretch/>
          </p:blipFill>
          <p:spPr>
            <a:xfrm>
              <a:off x="7108293" y="5230951"/>
              <a:ext cx="408600" cy="182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13"/>
            <p:cNvPicPr preferRelativeResize="0"/>
            <p:nvPr/>
          </p:nvPicPr>
          <p:blipFill rotWithShape="1">
            <a:blip r:embed="rId112">
              <a:alphaModFix/>
            </a:blip>
            <a:srcRect b="0" l="0" r="0" t="0"/>
            <a:stretch/>
          </p:blipFill>
          <p:spPr>
            <a:xfrm>
              <a:off x="7508613" y="5261551"/>
              <a:ext cx="109800" cy="234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13"/>
            <p:cNvPicPr preferRelativeResize="0"/>
            <p:nvPr/>
          </p:nvPicPr>
          <p:blipFill rotWithShape="1">
            <a:blip r:embed="rId113">
              <a:alphaModFix/>
            </a:blip>
            <a:srcRect b="0" l="0" r="0" t="0"/>
            <a:stretch/>
          </p:blipFill>
          <p:spPr>
            <a:xfrm>
              <a:off x="7636053" y="5161471"/>
              <a:ext cx="393480" cy="24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13"/>
            <p:cNvPicPr preferRelativeResize="0"/>
            <p:nvPr/>
          </p:nvPicPr>
          <p:blipFill rotWithShape="1">
            <a:blip r:embed="rId114">
              <a:alphaModFix/>
            </a:blip>
            <a:srcRect b="0" l="0" r="0" t="0"/>
            <a:stretch/>
          </p:blipFill>
          <p:spPr>
            <a:xfrm>
              <a:off x="8113413" y="5184151"/>
              <a:ext cx="82440" cy="163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13"/>
            <p:cNvPicPr preferRelativeResize="0"/>
            <p:nvPr/>
          </p:nvPicPr>
          <p:blipFill rotWithShape="1">
            <a:blip r:embed="rId115">
              <a:alphaModFix/>
            </a:blip>
            <a:srcRect b="0" l="0" r="0" t="0"/>
            <a:stretch/>
          </p:blipFill>
          <p:spPr>
            <a:xfrm>
              <a:off x="8094333" y="5242111"/>
              <a:ext cx="246600" cy="61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13"/>
            <p:cNvPicPr preferRelativeResize="0"/>
            <p:nvPr/>
          </p:nvPicPr>
          <p:blipFill rotWithShape="1">
            <a:blip r:embed="rId116">
              <a:alphaModFix/>
            </a:blip>
            <a:srcRect b="0" l="0" r="0" t="0"/>
            <a:stretch/>
          </p:blipFill>
          <p:spPr>
            <a:xfrm>
              <a:off x="8415453" y="5203951"/>
              <a:ext cx="297000" cy="22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13"/>
            <p:cNvPicPr preferRelativeResize="0"/>
            <p:nvPr/>
          </p:nvPicPr>
          <p:blipFill rotWithShape="1">
            <a:blip r:embed="rId117">
              <a:alphaModFix/>
            </a:blip>
            <a:srcRect b="0" l="0" r="0" t="0"/>
            <a:stretch/>
          </p:blipFill>
          <p:spPr>
            <a:xfrm>
              <a:off x="8717133" y="5148871"/>
              <a:ext cx="202680" cy="202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13"/>
            <p:cNvPicPr preferRelativeResize="0"/>
            <p:nvPr/>
          </p:nvPicPr>
          <p:blipFill rotWithShape="1">
            <a:blip r:embed="rId118">
              <a:alphaModFix/>
            </a:blip>
            <a:srcRect b="0" l="0" r="0" t="0"/>
            <a:stretch/>
          </p:blipFill>
          <p:spPr>
            <a:xfrm>
              <a:off x="8976693" y="5194951"/>
              <a:ext cx="34200" cy="121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0" name="Google Shape;440;p13"/>
            <p:cNvPicPr preferRelativeResize="0"/>
            <p:nvPr/>
          </p:nvPicPr>
          <p:blipFill rotWithShape="1">
            <a:blip r:embed="rId119">
              <a:alphaModFix/>
            </a:blip>
            <a:srcRect b="0" l="0" r="0" t="0"/>
            <a:stretch/>
          </p:blipFill>
          <p:spPr>
            <a:xfrm>
              <a:off x="8951493" y="5240311"/>
              <a:ext cx="69120" cy="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13"/>
            <p:cNvPicPr preferRelativeResize="0"/>
            <p:nvPr/>
          </p:nvPicPr>
          <p:blipFill rotWithShape="1">
            <a:blip r:embed="rId120">
              <a:alphaModFix/>
            </a:blip>
            <a:srcRect b="0" l="0" r="0" t="0"/>
            <a:stretch/>
          </p:blipFill>
          <p:spPr>
            <a:xfrm>
              <a:off x="9033213" y="5117551"/>
              <a:ext cx="92880" cy="247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2" name="Google Shape;442;p13"/>
          <p:cNvGrpSpPr/>
          <p:nvPr/>
        </p:nvGrpSpPr>
        <p:grpSpPr>
          <a:xfrm>
            <a:off x="6525522" y="5239612"/>
            <a:ext cx="403019" cy="360586"/>
            <a:chOff x="6525093" y="5240311"/>
            <a:chExt cx="403560" cy="359640"/>
          </a:xfrm>
        </p:grpSpPr>
        <p:pic>
          <p:nvPicPr>
            <p:cNvPr id="443" name="Google Shape;443;p13"/>
            <p:cNvPicPr preferRelativeResize="0"/>
            <p:nvPr/>
          </p:nvPicPr>
          <p:blipFill rotWithShape="1">
            <a:blip r:embed="rId121">
              <a:alphaModFix/>
            </a:blip>
            <a:srcRect b="0" l="0" r="0" t="0"/>
            <a:stretch/>
          </p:blipFill>
          <p:spPr>
            <a:xfrm>
              <a:off x="6639933" y="5285671"/>
              <a:ext cx="288720" cy="17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13"/>
            <p:cNvPicPr preferRelativeResize="0"/>
            <p:nvPr/>
          </p:nvPicPr>
          <p:blipFill rotWithShape="1">
            <a:blip r:embed="rId122">
              <a:alphaModFix/>
            </a:blip>
            <a:srcRect b="0" l="0" r="0" t="0"/>
            <a:stretch/>
          </p:blipFill>
          <p:spPr>
            <a:xfrm>
              <a:off x="6525093" y="5240311"/>
              <a:ext cx="370080" cy="3596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451" name="Google Shape;451;p14"/>
          <p:cNvSpPr txBox="1"/>
          <p:nvPr/>
        </p:nvSpPr>
        <p:spPr>
          <a:xfrm>
            <a:off x="382587" y="1374775"/>
            <a:ext cx="8245475" cy="42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abordé dans ce cours les points suivants: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TantQue…Faire…FinTantQue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… pas …suivant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