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7099300" cy="10234600"/>
  <p:embeddedFontLst>
    <p:embeddedFont>
      <p:font typeface="Arial Black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224">
          <p15:clr>
            <a:srgbClr val="000000"/>
          </p15:clr>
        </p15:guide>
        <p15:guide id="2" pos="2236">
          <p15:clr>
            <a:srgbClr val="000000"/>
          </p15:clr>
        </p15:guide>
      </p15:notesGuideLst>
    </p:ext>
    <p:ext uri="GoogleSlidesCustomDataVersion2">
      <go:slidesCustomData xmlns:go="http://customooxmlschemas.google.com/" r:id="rId28" roundtripDataSignature="AMtx7miACCE9DJtSiWyzKml1em0givUI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224" orient="horz"/>
        <p:guide pos="223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font" Target="fonts/ArialBlac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7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6" name="Google Shape;66;p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3" name="Google Shape;73;p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4" name="Google Shape;84;p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5" name="Google Shape;225;p7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5" name="Google Shape;275;p8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6" name="Google Shape;286;p9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7" name="Google Shape;317;p10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1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5" name="Google Shape;325;p1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2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3" name="Google Shape;393;p12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12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3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39" name="Google Shape;439;p13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0" name="Google Shape;440;p13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4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11" name="Google Shape;511;p14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14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5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94" name="Google Shape;594;p15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5" name="Google Shape;595;p15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6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04" name="Google Shape;604;p16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5" name="Google Shape;605;p16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7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16" name="Google Shape;616;p17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7" name="Google Shape;617;p17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8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24" name="Google Shape;624;p18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5" name="Google Shape;625;p18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9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32" name="Google Shape;632;p19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3" name="Google Shape;633;p19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0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40" name="Google Shape;640;p20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1" name="Google Shape;641;p20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1:notes"/>
          <p:cNvSpPr txBox="1"/>
          <p:nvPr/>
        </p:nvSpPr>
        <p:spPr>
          <a:xfrm>
            <a:off x="4021137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56" name="Google Shape;656;p21:notes"/>
          <p:cNvSpPr/>
          <p:nvPr>
            <p:ph idx="2" type="sldImg"/>
          </p:nvPr>
        </p:nvSpPr>
        <p:spPr>
          <a:xfrm>
            <a:off x="992187" y="768350"/>
            <a:ext cx="5114925" cy="383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7" name="Google Shape;657;p21:notes"/>
          <p:cNvSpPr txBox="1"/>
          <p:nvPr>
            <p:ph idx="1" type="body"/>
          </p:nvPr>
        </p:nvSpPr>
        <p:spPr>
          <a:xfrm>
            <a:off x="709612" y="4860925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" name="Google Shape;25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8" name="Google Shape;28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2" name="Google Shape;32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3" name="Google Shape;33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9" name="Google Shape;39;p3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0" name="Google Shape;40;p3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1" name="Google Shape;41;p3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1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1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1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2" name="Google Shape;42;p3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5" name="Google Shape;45;p3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6" name="Google Shape;46;p3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9" name="Google Shape;49;p3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/>
        </p:nvSpPr>
        <p:spPr>
          <a:xfrm>
            <a:off x="1668462" y="6496050"/>
            <a:ext cx="7475537" cy="376237"/>
          </a:xfrm>
          <a:prstGeom prst="rect">
            <a:avLst/>
          </a:prstGeom>
          <a:solidFill>
            <a:schemeClr val="hlink"/>
          </a:solidFill>
          <a:ln cap="flat" cmpd="sng" w="127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2"/>
          <p:cNvSpPr txBox="1"/>
          <p:nvPr/>
        </p:nvSpPr>
        <p:spPr>
          <a:xfrm>
            <a:off x="0" y="6524625"/>
            <a:ext cx="5302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" name="Google Shape;12;p22"/>
          <p:cNvSpPr txBox="1"/>
          <p:nvPr/>
        </p:nvSpPr>
        <p:spPr>
          <a:xfrm>
            <a:off x="481012" y="6464300"/>
            <a:ext cx="6157912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0" lang="en-US" sz="1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Algorithmes et structures de données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BDEB</a:t>
            </a:r>
            <a:endParaRPr/>
          </a:p>
        </p:txBody>
      </p:sp>
      <p:sp>
        <p:nvSpPr>
          <p:cNvPr id="13" name="Google Shape;13;p22"/>
          <p:cNvSpPr txBox="1"/>
          <p:nvPr/>
        </p:nvSpPr>
        <p:spPr>
          <a:xfrm>
            <a:off x="6802437" y="6524625"/>
            <a:ext cx="23415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Hafed Benteftifa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40" Type="http://schemas.openxmlformats.org/officeDocument/2006/relationships/image" Target="../media/image39.png"/><Relationship Id="rId84" Type="http://schemas.openxmlformats.org/officeDocument/2006/relationships/image" Target="../media/image81.png"/><Relationship Id="rId83" Type="http://schemas.openxmlformats.org/officeDocument/2006/relationships/image" Target="../media/image119.png"/><Relationship Id="rId42" Type="http://schemas.openxmlformats.org/officeDocument/2006/relationships/image" Target="../media/image33.png"/><Relationship Id="rId86" Type="http://schemas.openxmlformats.org/officeDocument/2006/relationships/image" Target="../media/image82.png"/><Relationship Id="rId41" Type="http://schemas.openxmlformats.org/officeDocument/2006/relationships/image" Target="../media/image43.png"/><Relationship Id="rId85" Type="http://schemas.openxmlformats.org/officeDocument/2006/relationships/image" Target="../media/image88.png"/><Relationship Id="rId44" Type="http://schemas.openxmlformats.org/officeDocument/2006/relationships/image" Target="../media/image46.png"/><Relationship Id="rId43" Type="http://schemas.openxmlformats.org/officeDocument/2006/relationships/image" Target="../media/image44.png"/><Relationship Id="rId46" Type="http://schemas.openxmlformats.org/officeDocument/2006/relationships/image" Target="../media/image47.png"/><Relationship Id="rId45" Type="http://schemas.openxmlformats.org/officeDocument/2006/relationships/image" Target="../media/image41.png"/><Relationship Id="rId80" Type="http://schemas.openxmlformats.org/officeDocument/2006/relationships/image" Target="../media/image80.png"/><Relationship Id="rId82" Type="http://schemas.openxmlformats.org/officeDocument/2006/relationships/image" Target="../media/image86.png"/><Relationship Id="rId81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9" Type="http://schemas.openxmlformats.org/officeDocument/2006/relationships/image" Target="../media/image11.png"/><Relationship Id="rId48" Type="http://schemas.openxmlformats.org/officeDocument/2006/relationships/image" Target="../media/image58.png"/><Relationship Id="rId47" Type="http://schemas.openxmlformats.org/officeDocument/2006/relationships/image" Target="../media/image51.png"/><Relationship Id="rId49" Type="http://schemas.openxmlformats.org/officeDocument/2006/relationships/image" Target="../media/image62.png"/><Relationship Id="rId5" Type="http://schemas.openxmlformats.org/officeDocument/2006/relationships/image" Target="../media/image21.png"/><Relationship Id="rId6" Type="http://schemas.openxmlformats.org/officeDocument/2006/relationships/image" Target="../media/image10.png"/><Relationship Id="rId7" Type="http://schemas.openxmlformats.org/officeDocument/2006/relationships/image" Target="../media/image1.png"/><Relationship Id="rId8" Type="http://schemas.openxmlformats.org/officeDocument/2006/relationships/image" Target="../media/image15.png"/><Relationship Id="rId73" Type="http://schemas.openxmlformats.org/officeDocument/2006/relationships/image" Target="../media/image70.png"/><Relationship Id="rId72" Type="http://schemas.openxmlformats.org/officeDocument/2006/relationships/image" Target="../media/image75.png"/><Relationship Id="rId31" Type="http://schemas.openxmlformats.org/officeDocument/2006/relationships/image" Target="../media/image26.png"/><Relationship Id="rId75" Type="http://schemas.openxmlformats.org/officeDocument/2006/relationships/image" Target="../media/image63.png"/><Relationship Id="rId30" Type="http://schemas.openxmlformats.org/officeDocument/2006/relationships/image" Target="../media/image29.png"/><Relationship Id="rId74" Type="http://schemas.openxmlformats.org/officeDocument/2006/relationships/image" Target="../media/image74.png"/><Relationship Id="rId33" Type="http://schemas.openxmlformats.org/officeDocument/2006/relationships/image" Target="../media/image38.png"/><Relationship Id="rId77" Type="http://schemas.openxmlformats.org/officeDocument/2006/relationships/image" Target="../media/image89.png"/><Relationship Id="rId32" Type="http://schemas.openxmlformats.org/officeDocument/2006/relationships/image" Target="../media/image25.png"/><Relationship Id="rId76" Type="http://schemas.openxmlformats.org/officeDocument/2006/relationships/image" Target="../media/image77.png"/><Relationship Id="rId35" Type="http://schemas.openxmlformats.org/officeDocument/2006/relationships/image" Target="../media/image56.png"/><Relationship Id="rId79" Type="http://schemas.openxmlformats.org/officeDocument/2006/relationships/image" Target="../media/image78.png"/><Relationship Id="rId34" Type="http://schemas.openxmlformats.org/officeDocument/2006/relationships/image" Target="../media/image30.png"/><Relationship Id="rId78" Type="http://schemas.openxmlformats.org/officeDocument/2006/relationships/image" Target="../media/image76.png"/><Relationship Id="rId71" Type="http://schemas.openxmlformats.org/officeDocument/2006/relationships/image" Target="../media/image66.png"/><Relationship Id="rId70" Type="http://schemas.openxmlformats.org/officeDocument/2006/relationships/image" Target="../media/image68.png"/><Relationship Id="rId37" Type="http://schemas.openxmlformats.org/officeDocument/2006/relationships/image" Target="../media/image40.png"/><Relationship Id="rId36" Type="http://schemas.openxmlformats.org/officeDocument/2006/relationships/image" Target="../media/image35.png"/><Relationship Id="rId39" Type="http://schemas.openxmlformats.org/officeDocument/2006/relationships/image" Target="../media/image34.png"/><Relationship Id="rId38" Type="http://schemas.openxmlformats.org/officeDocument/2006/relationships/image" Target="../media/image37.png"/><Relationship Id="rId62" Type="http://schemas.openxmlformats.org/officeDocument/2006/relationships/image" Target="../media/image60.png"/><Relationship Id="rId61" Type="http://schemas.openxmlformats.org/officeDocument/2006/relationships/image" Target="../media/image73.png"/><Relationship Id="rId20" Type="http://schemas.openxmlformats.org/officeDocument/2006/relationships/image" Target="../media/image19.png"/><Relationship Id="rId64" Type="http://schemas.openxmlformats.org/officeDocument/2006/relationships/image" Target="../media/image53.png"/><Relationship Id="rId63" Type="http://schemas.openxmlformats.org/officeDocument/2006/relationships/image" Target="../media/image52.png"/><Relationship Id="rId22" Type="http://schemas.openxmlformats.org/officeDocument/2006/relationships/image" Target="../media/image31.png"/><Relationship Id="rId66" Type="http://schemas.openxmlformats.org/officeDocument/2006/relationships/image" Target="../media/image57.png"/><Relationship Id="rId21" Type="http://schemas.openxmlformats.org/officeDocument/2006/relationships/image" Target="../media/image16.png"/><Relationship Id="rId65" Type="http://schemas.openxmlformats.org/officeDocument/2006/relationships/image" Target="../media/image65.png"/><Relationship Id="rId24" Type="http://schemas.openxmlformats.org/officeDocument/2006/relationships/image" Target="../media/image27.png"/><Relationship Id="rId68" Type="http://schemas.openxmlformats.org/officeDocument/2006/relationships/image" Target="../media/image71.png"/><Relationship Id="rId23" Type="http://schemas.openxmlformats.org/officeDocument/2006/relationships/image" Target="../media/image17.png"/><Relationship Id="rId67" Type="http://schemas.openxmlformats.org/officeDocument/2006/relationships/image" Target="../media/image72.png"/><Relationship Id="rId60" Type="http://schemas.openxmlformats.org/officeDocument/2006/relationships/image" Target="../media/image69.png"/><Relationship Id="rId26" Type="http://schemas.openxmlformats.org/officeDocument/2006/relationships/image" Target="../media/image24.png"/><Relationship Id="rId25" Type="http://schemas.openxmlformats.org/officeDocument/2006/relationships/image" Target="../media/image20.png"/><Relationship Id="rId69" Type="http://schemas.openxmlformats.org/officeDocument/2006/relationships/image" Target="../media/image67.png"/><Relationship Id="rId28" Type="http://schemas.openxmlformats.org/officeDocument/2006/relationships/image" Target="../media/image23.png"/><Relationship Id="rId27" Type="http://schemas.openxmlformats.org/officeDocument/2006/relationships/image" Target="../media/image36.png"/><Relationship Id="rId29" Type="http://schemas.openxmlformats.org/officeDocument/2006/relationships/image" Target="../media/image32.png"/><Relationship Id="rId51" Type="http://schemas.openxmlformats.org/officeDocument/2006/relationships/image" Target="../media/image45.png"/><Relationship Id="rId50" Type="http://schemas.openxmlformats.org/officeDocument/2006/relationships/image" Target="../media/image42.png"/><Relationship Id="rId53" Type="http://schemas.openxmlformats.org/officeDocument/2006/relationships/image" Target="../media/image59.png"/><Relationship Id="rId52" Type="http://schemas.openxmlformats.org/officeDocument/2006/relationships/image" Target="../media/image49.png"/><Relationship Id="rId11" Type="http://schemas.openxmlformats.org/officeDocument/2006/relationships/image" Target="../media/image8.png"/><Relationship Id="rId55" Type="http://schemas.openxmlformats.org/officeDocument/2006/relationships/image" Target="../media/image48.png"/><Relationship Id="rId10" Type="http://schemas.openxmlformats.org/officeDocument/2006/relationships/image" Target="../media/image2.png"/><Relationship Id="rId54" Type="http://schemas.openxmlformats.org/officeDocument/2006/relationships/image" Target="../media/image54.png"/><Relationship Id="rId13" Type="http://schemas.openxmlformats.org/officeDocument/2006/relationships/image" Target="../media/image3.png"/><Relationship Id="rId57" Type="http://schemas.openxmlformats.org/officeDocument/2006/relationships/image" Target="../media/image55.png"/><Relationship Id="rId12" Type="http://schemas.openxmlformats.org/officeDocument/2006/relationships/image" Target="../media/image5.png"/><Relationship Id="rId56" Type="http://schemas.openxmlformats.org/officeDocument/2006/relationships/image" Target="../media/image64.png"/><Relationship Id="rId15" Type="http://schemas.openxmlformats.org/officeDocument/2006/relationships/image" Target="../media/image22.png"/><Relationship Id="rId59" Type="http://schemas.openxmlformats.org/officeDocument/2006/relationships/image" Target="../media/image61.png"/><Relationship Id="rId14" Type="http://schemas.openxmlformats.org/officeDocument/2006/relationships/image" Target="../media/image12.png"/><Relationship Id="rId58" Type="http://schemas.openxmlformats.org/officeDocument/2006/relationships/image" Target="../media/image50.png"/><Relationship Id="rId17" Type="http://schemas.openxmlformats.org/officeDocument/2006/relationships/image" Target="../media/image28.png"/><Relationship Id="rId16" Type="http://schemas.openxmlformats.org/officeDocument/2006/relationships/image" Target="../media/image4.png"/><Relationship Id="rId19" Type="http://schemas.openxmlformats.org/officeDocument/2006/relationships/image" Target="../media/image6.png"/><Relationship Id="rId1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5.png"/><Relationship Id="rId4" Type="http://schemas.openxmlformats.org/officeDocument/2006/relationships/image" Target="../media/image91.png"/><Relationship Id="rId9" Type="http://schemas.openxmlformats.org/officeDocument/2006/relationships/image" Target="../media/image84.png"/><Relationship Id="rId5" Type="http://schemas.openxmlformats.org/officeDocument/2006/relationships/image" Target="../media/image94.png"/><Relationship Id="rId6" Type="http://schemas.openxmlformats.org/officeDocument/2006/relationships/image" Target="../media/image79.png"/><Relationship Id="rId7" Type="http://schemas.openxmlformats.org/officeDocument/2006/relationships/image" Target="../media/image95.png"/><Relationship Id="rId8" Type="http://schemas.openxmlformats.org/officeDocument/2006/relationships/image" Target="../media/image109.png"/><Relationship Id="rId20" Type="http://schemas.openxmlformats.org/officeDocument/2006/relationships/image" Target="../media/image104.png"/><Relationship Id="rId22" Type="http://schemas.openxmlformats.org/officeDocument/2006/relationships/image" Target="../media/image106.png"/><Relationship Id="rId21" Type="http://schemas.openxmlformats.org/officeDocument/2006/relationships/image" Target="../media/image121.png"/><Relationship Id="rId24" Type="http://schemas.openxmlformats.org/officeDocument/2006/relationships/image" Target="../media/image108.png"/><Relationship Id="rId23" Type="http://schemas.openxmlformats.org/officeDocument/2006/relationships/image" Target="../media/image118.png"/><Relationship Id="rId26" Type="http://schemas.openxmlformats.org/officeDocument/2006/relationships/image" Target="../media/image113.png"/><Relationship Id="rId25" Type="http://schemas.openxmlformats.org/officeDocument/2006/relationships/image" Target="../media/image98.png"/><Relationship Id="rId28" Type="http://schemas.openxmlformats.org/officeDocument/2006/relationships/image" Target="../media/image114.png"/><Relationship Id="rId27" Type="http://schemas.openxmlformats.org/officeDocument/2006/relationships/image" Target="../media/image97.png"/><Relationship Id="rId29" Type="http://schemas.openxmlformats.org/officeDocument/2006/relationships/image" Target="../media/image99.png"/><Relationship Id="rId11" Type="http://schemas.openxmlformats.org/officeDocument/2006/relationships/image" Target="../media/image111.png"/><Relationship Id="rId10" Type="http://schemas.openxmlformats.org/officeDocument/2006/relationships/image" Target="../media/image87.png"/><Relationship Id="rId13" Type="http://schemas.openxmlformats.org/officeDocument/2006/relationships/image" Target="../media/image93.png"/><Relationship Id="rId12" Type="http://schemas.openxmlformats.org/officeDocument/2006/relationships/image" Target="../media/image105.png"/><Relationship Id="rId15" Type="http://schemas.openxmlformats.org/officeDocument/2006/relationships/image" Target="../media/image101.png"/><Relationship Id="rId14" Type="http://schemas.openxmlformats.org/officeDocument/2006/relationships/image" Target="../media/image102.png"/><Relationship Id="rId17" Type="http://schemas.openxmlformats.org/officeDocument/2006/relationships/image" Target="../media/image92.png"/><Relationship Id="rId16" Type="http://schemas.openxmlformats.org/officeDocument/2006/relationships/image" Target="../media/image90.png"/><Relationship Id="rId19" Type="http://schemas.openxmlformats.org/officeDocument/2006/relationships/image" Target="../media/image110.png"/><Relationship Id="rId18" Type="http://schemas.openxmlformats.org/officeDocument/2006/relationships/image" Target="../media/image10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6.png"/><Relationship Id="rId4" Type="http://schemas.openxmlformats.org/officeDocument/2006/relationships/image" Target="../media/image126.png"/><Relationship Id="rId9" Type="http://schemas.openxmlformats.org/officeDocument/2006/relationships/image" Target="../media/image112.png"/><Relationship Id="rId5" Type="http://schemas.openxmlformats.org/officeDocument/2006/relationships/image" Target="../media/image103.png"/><Relationship Id="rId6" Type="http://schemas.openxmlformats.org/officeDocument/2006/relationships/image" Target="../media/image107.png"/><Relationship Id="rId7" Type="http://schemas.openxmlformats.org/officeDocument/2006/relationships/image" Target="../media/image115.png"/><Relationship Id="rId8" Type="http://schemas.openxmlformats.org/officeDocument/2006/relationships/image" Target="../media/image127.png"/><Relationship Id="rId31" Type="http://schemas.openxmlformats.org/officeDocument/2006/relationships/image" Target="../media/image134.png"/><Relationship Id="rId30" Type="http://schemas.openxmlformats.org/officeDocument/2006/relationships/image" Target="../media/image141.png"/><Relationship Id="rId33" Type="http://schemas.openxmlformats.org/officeDocument/2006/relationships/image" Target="../media/image148.png"/><Relationship Id="rId32" Type="http://schemas.openxmlformats.org/officeDocument/2006/relationships/image" Target="../media/image136.png"/><Relationship Id="rId35" Type="http://schemas.openxmlformats.org/officeDocument/2006/relationships/image" Target="../media/image181.png"/><Relationship Id="rId34" Type="http://schemas.openxmlformats.org/officeDocument/2006/relationships/image" Target="../media/image143.png"/><Relationship Id="rId36" Type="http://schemas.openxmlformats.org/officeDocument/2006/relationships/image" Target="../media/image142.png"/><Relationship Id="rId20" Type="http://schemas.openxmlformats.org/officeDocument/2006/relationships/image" Target="../media/image159.png"/><Relationship Id="rId22" Type="http://schemas.openxmlformats.org/officeDocument/2006/relationships/image" Target="../media/image123.png"/><Relationship Id="rId21" Type="http://schemas.openxmlformats.org/officeDocument/2006/relationships/image" Target="../media/image128.png"/><Relationship Id="rId24" Type="http://schemas.openxmlformats.org/officeDocument/2006/relationships/image" Target="../media/image138.png"/><Relationship Id="rId23" Type="http://schemas.openxmlformats.org/officeDocument/2006/relationships/image" Target="../media/image122.png"/><Relationship Id="rId26" Type="http://schemas.openxmlformats.org/officeDocument/2006/relationships/image" Target="../media/image135.png"/><Relationship Id="rId25" Type="http://schemas.openxmlformats.org/officeDocument/2006/relationships/image" Target="../media/image139.png"/><Relationship Id="rId28" Type="http://schemas.openxmlformats.org/officeDocument/2006/relationships/image" Target="../media/image130.png"/><Relationship Id="rId27" Type="http://schemas.openxmlformats.org/officeDocument/2006/relationships/image" Target="../media/image129.png"/><Relationship Id="rId29" Type="http://schemas.openxmlformats.org/officeDocument/2006/relationships/image" Target="../media/image140.png"/><Relationship Id="rId11" Type="http://schemas.openxmlformats.org/officeDocument/2006/relationships/image" Target="../media/image117.png"/><Relationship Id="rId10" Type="http://schemas.openxmlformats.org/officeDocument/2006/relationships/image" Target="../media/image133.png"/><Relationship Id="rId13" Type="http://schemas.openxmlformats.org/officeDocument/2006/relationships/image" Target="../media/image132.png"/><Relationship Id="rId12" Type="http://schemas.openxmlformats.org/officeDocument/2006/relationships/image" Target="../media/image116.png"/><Relationship Id="rId15" Type="http://schemas.openxmlformats.org/officeDocument/2006/relationships/image" Target="../media/image125.png"/><Relationship Id="rId14" Type="http://schemas.openxmlformats.org/officeDocument/2006/relationships/image" Target="../media/image124.png"/><Relationship Id="rId17" Type="http://schemas.openxmlformats.org/officeDocument/2006/relationships/image" Target="../media/image158.png"/><Relationship Id="rId16" Type="http://schemas.openxmlformats.org/officeDocument/2006/relationships/image" Target="../media/image131.png"/><Relationship Id="rId19" Type="http://schemas.openxmlformats.org/officeDocument/2006/relationships/image" Target="../media/image120.png"/><Relationship Id="rId18" Type="http://schemas.openxmlformats.org/officeDocument/2006/relationships/image" Target="../media/image1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6.png"/><Relationship Id="rId4" Type="http://schemas.openxmlformats.org/officeDocument/2006/relationships/image" Target="../media/image165.png"/><Relationship Id="rId9" Type="http://schemas.openxmlformats.org/officeDocument/2006/relationships/image" Target="../media/image162.png"/><Relationship Id="rId5" Type="http://schemas.openxmlformats.org/officeDocument/2006/relationships/image" Target="../media/image145.png"/><Relationship Id="rId6" Type="http://schemas.openxmlformats.org/officeDocument/2006/relationships/image" Target="../media/image144.png"/><Relationship Id="rId7" Type="http://schemas.openxmlformats.org/officeDocument/2006/relationships/image" Target="../media/image155.png"/><Relationship Id="rId8" Type="http://schemas.openxmlformats.org/officeDocument/2006/relationships/image" Target="../media/image151.png"/><Relationship Id="rId11" Type="http://schemas.openxmlformats.org/officeDocument/2006/relationships/image" Target="../media/image153.png"/><Relationship Id="rId10" Type="http://schemas.openxmlformats.org/officeDocument/2006/relationships/image" Target="../media/image149.png"/><Relationship Id="rId13" Type="http://schemas.openxmlformats.org/officeDocument/2006/relationships/image" Target="../media/image164.png"/><Relationship Id="rId12" Type="http://schemas.openxmlformats.org/officeDocument/2006/relationships/image" Target="../media/image147.png"/><Relationship Id="rId15" Type="http://schemas.openxmlformats.org/officeDocument/2006/relationships/image" Target="../media/image154.png"/><Relationship Id="rId14" Type="http://schemas.openxmlformats.org/officeDocument/2006/relationships/image" Target="../media/image152.png"/><Relationship Id="rId17" Type="http://schemas.openxmlformats.org/officeDocument/2006/relationships/image" Target="../media/image150.png"/><Relationship Id="rId16" Type="http://schemas.openxmlformats.org/officeDocument/2006/relationships/image" Target="../media/image15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1.png"/></Relationships>
</file>

<file path=ppt/slides/_rels/slide11.xml.rels><?xml version="1.0" encoding="UTF-8" standalone="yes"?><Relationships xmlns="http://schemas.openxmlformats.org/package/2006/relationships"><Relationship Id="rId40" Type="http://schemas.openxmlformats.org/officeDocument/2006/relationships/image" Target="../media/image207.png"/><Relationship Id="rId42" Type="http://schemas.openxmlformats.org/officeDocument/2006/relationships/image" Target="../media/image230.png"/><Relationship Id="rId41" Type="http://schemas.openxmlformats.org/officeDocument/2006/relationships/image" Target="../media/image222.png"/><Relationship Id="rId44" Type="http://schemas.openxmlformats.org/officeDocument/2006/relationships/image" Target="../media/image228.png"/><Relationship Id="rId43" Type="http://schemas.openxmlformats.org/officeDocument/2006/relationships/image" Target="../media/image203.png"/><Relationship Id="rId46" Type="http://schemas.openxmlformats.org/officeDocument/2006/relationships/image" Target="../media/image200.png"/><Relationship Id="rId45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6.png"/><Relationship Id="rId4" Type="http://schemas.openxmlformats.org/officeDocument/2006/relationships/image" Target="../media/image161.png"/><Relationship Id="rId9" Type="http://schemas.openxmlformats.org/officeDocument/2006/relationships/image" Target="../media/image168.png"/><Relationship Id="rId48" Type="http://schemas.openxmlformats.org/officeDocument/2006/relationships/image" Target="../media/image209.png"/><Relationship Id="rId47" Type="http://schemas.openxmlformats.org/officeDocument/2006/relationships/image" Target="../media/image210.png"/><Relationship Id="rId49" Type="http://schemas.openxmlformats.org/officeDocument/2006/relationships/image" Target="../media/image204.png"/><Relationship Id="rId5" Type="http://schemas.openxmlformats.org/officeDocument/2006/relationships/image" Target="../media/image167.png"/><Relationship Id="rId6" Type="http://schemas.openxmlformats.org/officeDocument/2006/relationships/image" Target="../media/image170.png"/><Relationship Id="rId7" Type="http://schemas.openxmlformats.org/officeDocument/2006/relationships/image" Target="../media/image160.png"/><Relationship Id="rId8" Type="http://schemas.openxmlformats.org/officeDocument/2006/relationships/image" Target="../media/image188.png"/><Relationship Id="rId31" Type="http://schemas.openxmlformats.org/officeDocument/2006/relationships/image" Target="../media/image184.png"/><Relationship Id="rId30" Type="http://schemas.openxmlformats.org/officeDocument/2006/relationships/image" Target="../media/image175.png"/><Relationship Id="rId33" Type="http://schemas.openxmlformats.org/officeDocument/2006/relationships/image" Target="../media/image191.png"/><Relationship Id="rId32" Type="http://schemas.openxmlformats.org/officeDocument/2006/relationships/image" Target="../media/image186.png"/><Relationship Id="rId35" Type="http://schemas.openxmlformats.org/officeDocument/2006/relationships/image" Target="../media/image189.png"/><Relationship Id="rId34" Type="http://schemas.openxmlformats.org/officeDocument/2006/relationships/image" Target="../media/image193.png"/><Relationship Id="rId37" Type="http://schemas.openxmlformats.org/officeDocument/2006/relationships/image" Target="../media/image199.png"/><Relationship Id="rId36" Type="http://schemas.openxmlformats.org/officeDocument/2006/relationships/image" Target="../media/image194.png"/><Relationship Id="rId39" Type="http://schemas.openxmlformats.org/officeDocument/2006/relationships/image" Target="../media/image196.png"/><Relationship Id="rId38" Type="http://schemas.openxmlformats.org/officeDocument/2006/relationships/image" Target="../media/image192.png"/><Relationship Id="rId20" Type="http://schemas.openxmlformats.org/officeDocument/2006/relationships/image" Target="../media/image178.png"/><Relationship Id="rId22" Type="http://schemas.openxmlformats.org/officeDocument/2006/relationships/image" Target="../media/image195.png"/><Relationship Id="rId21" Type="http://schemas.openxmlformats.org/officeDocument/2006/relationships/image" Target="../media/image197.png"/><Relationship Id="rId24" Type="http://schemas.openxmlformats.org/officeDocument/2006/relationships/image" Target="../media/image208.png"/><Relationship Id="rId23" Type="http://schemas.openxmlformats.org/officeDocument/2006/relationships/image" Target="../media/image198.png"/><Relationship Id="rId26" Type="http://schemas.openxmlformats.org/officeDocument/2006/relationships/image" Target="../media/image183.png"/><Relationship Id="rId25" Type="http://schemas.openxmlformats.org/officeDocument/2006/relationships/image" Target="../media/image176.png"/><Relationship Id="rId28" Type="http://schemas.openxmlformats.org/officeDocument/2006/relationships/image" Target="../media/image179.png"/><Relationship Id="rId27" Type="http://schemas.openxmlformats.org/officeDocument/2006/relationships/image" Target="../media/image185.png"/><Relationship Id="rId29" Type="http://schemas.openxmlformats.org/officeDocument/2006/relationships/image" Target="../media/image182.png"/><Relationship Id="rId51" Type="http://schemas.openxmlformats.org/officeDocument/2006/relationships/image" Target="../media/image205.png"/><Relationship Id="rId50" Type="http://schemas.openxmlformats.org/officeDocument/2006/relationships/image" Target="../media/image206.png"/><Relationship Id="rId53" Type="http://schemas.openxmlformats.org/officeDocument/2006/relationships/image" Target="../media/image212.png"/><Relationship Id="rId52" Type="http://schemas.openxmlformats.org/officeDocument/2006/relationships/image" Target="../media/image201.png"/><Relationship Id="rId11" Type="http://schemas.openxmlformats.org/officeDocument/2006/relationships/image" Target="../media/image180.png"/><Relationship Id="rId55" Type="http://schemas.openxmlformats.org/officeDocument/2006/relationships/image" Target="../media/image213.png"/><Relationship Id="rId10" Type="http://schemas.openxmlformats.org/officeDocument/2006/relationships/image" Target="../media/image163.png"/><Relationship Id="rId54" Type="http://schemas.openxmlformats.org/officeDocument/2006/relationships/image" Target="../media/image220.png"/><Relationship Id="rId13" Type="http://schemas.openxmlformats.org/officeDocument/2006/relationships/image" Target="../media/image173.png"/><Relationship Id="rId12" Type="http://schemas.openxmlformats.org/officeDocument/2006/relationships/image" Target="../media/image166.png"/><Relationship Id="rId15" Type="http://schemas.openxmlformats.org/officeDocument/2006/relationships/image" Target="../media/image190.png"/><Relationship Id="rId14" Type="http://schemas.openxmlformats.org/officeDocument/2006/relationships/image" Target="../media/image177.png"/><Relationship Id="rId17" Type="http://schemas.openxmlformats.org/officeDocument/2006/relationships/image" Target="../media/image187.png"/><Relationship Id="rId16" Type="http://schemas.openxmlformats.org/officeDocument/2006/relationships/image" Target="../media/image169.png"/><Relationship Id="rId19" Type="http://schemas.openxmlformats.org/officeDocument/2006/relationships/image" Target="../media/image174.png"/><Relationship Id="rId18" Type="http://schemas.openxmlformats.org/officeDocument/2006/relationships/image" Target="../media/image17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1.png"/><Relationship Id="rId4" Type="http://schemas.openxmlformats.org/officeDocument/2006/relationships/image" Target="../media/image221.png"/><Relationship Id="rId9" Type="http://schemas.openxmlformats.org/officeDocument/2006/relationships/image" Target="../media/image216.png"/><Relationship Id="rId5" Type="http://schemas.openxmlformats.org/officeDocument/2006/relationships/image" Target="../media/image215.png"/><Relationship Id="rId6" Type="http://schemas.openxmlformats.org/officeDocument/2006/relationships/image" Target="../media/image227.png"/><Relationship Id="rId7" Type="http://schemas.openxmlformats.org/officeDocument/2006/relationships/image" Target="../media/image226.png"/><Relationship Id="rId8" Type="http://schemas.openxmlformats.org/officeDocument/2006/relationships/image" Target="../media/image224.png"/><Relationship Id="rId31" Type="http://schemas.openxmlformats.org/officeDocument/2006/relationships/image" Target="../media/image246.png"/><Relationship Id="rId30" Type="http://schemas.openxmlformats.org/officeDocument/2006/relationships/image" Target="../media/image242.png"/><Relationship Id="rId33" Type="http://schemas.openxmlformats.org/officeDocument/2006/relationships/image" Target="../media/image245.png"/><Relationship Id="rId32" Type="http://schemas.openxmlformats.org/officeDocument/2006/relationships/image" Target="../media/image238.png"/><Relationship Id="rId35" Type="http://schemas.openxmlformats.org/officeDocument/2006/relationships/image" Target="../media/image235.png"/><Relationship Id="rId34" Type="http://schemas.openxmlformats.org/officeDocument/2006/relationships/image" Target="../media/image236.png"/><Relationship Id="rId36" Type="http://schemas.openxmlformats.org/officeDocument/2006/relationships/image" Target="../media/image251.png"/><Relationship Id="rId20" Type="http://schemas.openxmlformats.org/officeDocument/2006/relationships/image" Target="../media/image237.png"/><Relationship Id="rId22" Type="http://schemas.openxmlformats.org/officeDocument/2006/relationships/image" Target="../media/image229.png"/><Relationship Id="rId21" Type="http://schemas.openxmlformats.org/officeDocument/2006/relationships/image" Target="../media/image231.png"/><Relationship Id="rId24" Type="http://schemas.openxmlformats.org/officeDocument/2006/relationships/image" Target="../media/image240.png"/><Relationship Id="rId23" Type="http://schemas.openxmlformats.org/officeDocument/2006/relationships/image" Target="../media/image233.png"/><Relationship Id="rId26" Type="http://schemas.openxmlformats.org/officeDocument/2006/relationships/image" Target="../media/image136.png"/><Relationship Id="rId25" Type="http://schemas.openxmlformats.org/officeDocument/2006/relationships/image" Target="../media/image243.png"/><Relationship Id="rId28" Type="http://schemas.openxmlformats.org/officeDocument/2006/relationships/image" Target="../media/image244.png"/><Relationship Id="rId27" Type="http://schemas.openxmlformats.org/officeDocument/2006/relationships/image" Target="../media/image247.png"/><Relationship Id="rId29" Type="http://schemas.openxmlformats.org/officeDocument/2006/relationships/image" Target="../media/image234.png"/><Relationship Id="rId11" Type="http://schemas.openxmlformats.org/officeDocument/2006/relationships/image" Target="../media/image232.png"/><Relationship Id="rId10" Type="http://schemas.openxmlformats.org/officeDocument/2006/relationships/image" Target="../media/image223.png"/><Relationship Id="rId13" Type="http://schemas.openxmlformats.org/officeDocument/2006/relationships/image" Target="../media/image219.png"/><Relationship Id="rId12" Type="http://schemas.openxmlformats.org/officeDocument/2006/relationships/image" Target="../media/image217.png"/><Relationship Id="rId15" Type="http://schemas.openxmlformats.org/officeDocument/2006/relationships/image" Target="../media/image261.png"/><Relationship Id="rId14" Type="http://schemas.openxmlformats.org/officeDocument/2006/relationships/image" Target="../media/image214.png"/><Relationship Id="rId17" Type="http://schemas.openxmlformats.org/officeDocument/2006/relationships/image" Target="../media/image218.png"/><Relationship Id="rId16" Type="http://schemas.openxmlformats.org/officeDocument/2006/relationships/image" Target="../media/image241.png"/><Relationship Id="rId19" Type="http://schemas.openxmlformats.org/officeDocument/2006/relationships/image" Target="../media/image248.png"/><Relationship Id="rId18" Type="http://schemas.openxmlformats.org/officeDocument/2006/relationships/image" Target="../media/image276.png"/></Relationships>
</file>

<file path=ppt/slides/_rels/slide13.xml.rels><?xml version="1.0" encoding="UTF-8" standalone="yes"?><Relationships xmlns="http://schemas.openxmlformats.org/package/2006/relationships"><Relationship Id="rId40" Type="http://schemas.openxmlformats.org/officeDocument/2006/relationships/image" Target="../media/image303.png"/><Relationship Id="rId42" Type="http://schemas.openxmlformats.org/officeDocument/2006/relationships/image" Target="../media/image284.png"/><Relationship Id="rId41" Type="http://schemas.openxmlformats.org/officeDocument/2006/relationships/image" Target="../media/image279.png"/><Relationship Id="rId44" Type="http://schemas.openxmlformats.org/officeDocument/2006/relationships/image" Target="../media/image289.png"/><Relationship Id="rId43" Type="http://schemas.openxmlformats.org/officeDocument/2006/relationships/image" Target="../media/image281.png"/><Relationship Id="rId46" Type="http://schemas.openxmlformats.org/officeDocument/2006/relationships/image" Target="../media/image280.png"/><Relationship Id="rId45" Type="http://schemas.openxmlformats.org/officeDocument/2006/relationships/image" Target="../media/image28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9.png"/><Relationship Id="rId4" Type="http://schemas.openxmlformats.org/officeDocument/2006/relationships/image" Target="../media/image257.png"/><Relationship Id="rId9" Type="http://schemas.openxmlformats.org/officeDocument/2006/relationships/image" Target="../media/image256.png"/><Relationship Id="rId48" Type="http://schemas.openxmlformats.org/officeDocument/2006/relationships/image" Target="../media/image292.png"/><Relationship Id="rId47" Type="http://schemas.openxmlformats.org/officeDocument/2006/relationships/image" Target="../media/image297.png"/><Relationship Id="rId49" Type="http://schemas.openxmlformats.org/officeDocument/2006/relationships/image" Target="../media/image291.png"/><Relationship Id="rId5" Type="http://schemas.openxmlformats.org/officeDocument/2006/relationships/image" Target="../media/image253.png"/><Relationship Id="rId6" Type="http://schemas.openxmlformats.org/officeDocument/2006/relationships/image" Target="../media/image249.png"/><Relationship Id="rId7" Type="http://schemas.openxmlformats.org/officeDocument/2006/relationships/image" Target="../media/image270.png"/><Relationship Id="rId8" Type="http://schemas.openxmlformats.org/officeDocument/2006/relationships/image" Target="../media/image250.png"/><Relationship Id="rId31" Type="http://schemas.openxmlformats.org/officeDocument/2006/relationships/image" Target="../media/image294.png"/><Relationship Id="rId30" Type="http://schemas.openxmlformats.org/officeDocument/2006/relationships/image" Target="../media/image272.png"/><Relationship Id="rId33" Type="http://schemas.openxmlformats.org/officeDocument/2006/relationships/image" Target="../media/image273.png"/><Relationship Id="rId32" Type="http://schemas.openxmlformats.org/officeDocument/2006/relationships/image" Target="../media/image274.png"/><Relationship Id="rId35" Type="http://schemas.openxmlformats.org/officeDocument/2006/relationships/image" Target="../media/image282.png"/><Relationship Id="rId34" Type="http://schemas.openxmlformats.org/officeDocument/2006/relationships/image" Target="../media/image286.png"/><Relationship Id="rId37" Type="http://schemas.openxmlformats.org/officeDocument/2006/relationships/image" Target="../media/image288.png"/><Relationship Id="rId36" Type="http://schemas.openxmlformats.org/officeDocument/2006/relationships/image" Target="../media/image287.png"/><Relationship Id="rId39" Type="http://schemas.openxmlformats.org/officeDocument/2006/relationships/image" Target="../media/image277.png"/><Relationship Id="rId38" Type="http://schemas.openxmlformats.org/officeDocument/2006/relationships/image" Target="../media/image278.png"/><Relationship Id="rId20" Type="http://schemas.openxmlformats.org/officeDocument/2006/relationships/image" Target="../media/image258.png"/><Relationship Id="rId22" Type="http://schemas.openxmlformats.org/officeDocument/2006/relationships/image" Target="../media/image267.png"/><Relationship Id="rId21" Type="http://schemas.openxmlformats.org/officeDocument/2006/relationships/image" Target="../media/image275.png"/><Relationship Id="rId24" Type="http://schemas.openxmlformats.org/officeDocument/2006/relationships/image" Target="../media/image290.png"/><Relationship Id="rId23" Type="http://schemas.openxmlformats.org/officeDocument/2006/relationships/image" Target="../media/image265.png"/><Relationship Id="rId26" Type="http://schemas.openxmlformats.org/officeDocument/2006/relationships/image" Target="../media/image308.png"/><Relationship Id="rId25" Type="http://schemas.openxmlformats.org/officeDocument/2006/relationships/image" Target="../media/image269.png"/><Relationship Id="rId28" Type="http://schemas.openxmlformats.org/officeDocument/2006/relationships/image" Target="../media/image283.png"/><Relationship Id="rId27" Type="http://schemas.openxmlformats.org/officeDocument/2006/relationships/image" Target="../media/image271.png"/><Relationship Id="rId29" Type="http://schemas.openxmlformats.org/officeDocument/2006/relationships/image" Target="../media/image203.png"/><Relationship Id="rId51" Type="http://schemas.openxmlformats.org/officeDocument/2006/relationships/image" Target="../media/image313.png"/><Relationship Id="rId50" Type="http://schemas.openxmlformats.org/officeDocument/2006/relationships/image" Target="../media/image300.png"/><Relationship Id="rId53" Type="http://schemas.openxmlformats.org/officeDocument/2006/relationships/image" Target="../media/image296.png"/><Relationship Id="rId52" Type="http://schemas.openxmlformats.org/officeDocument/2006/relationships/image" Target="../media/image299.png"/><Relationship Id="rId11" Type="http://schemas.openxmlformats.org/officeDocument/2006/relationships/image" Target="../media/image252.png"/><Relationship Id="rId10" Type="http://schemas.openxmlformats.org/officeDocument/2006/relationships/image" Target="../media/image254.png"/><Relationship Id="rId13" Type="http://schemas.openxmlformats.org/officeDocument/2006/relationships/image" Target="../media/image255.png"/><Relationship Id="rId12" Type="http://schemas.openxmlformats.org/officeDocument/2006/relationships/image" Target="../media/image302.png"/><Relationship Id="rId15" Type="http://schemas.openxmlformats.org/officeDocument/2006/relationships/image" Target="../media/image262.png"/><Relationship Id="rId14" Type="http://schemas.openxmlformats.org/officeDocument/2006/relationships/image" Target="../media/image259.png"/><Relationship Id="rId17" Type="http://schemas.openxmlformats.org/officeDocument/2006/relationships/image" Target="../media/image268.png"/><Relationship Id="rId16" Type="http://schemas.openxmlformats.org/officeDocument/2006/relationships/image" Target="../media/image263.png"/><Relationship Id="rId19" Type="http://schemas.openxmlformats.org/officeDocument/2006/relationships/image" Target="../media/image264.png"/><Relationship Id="rId18" Type="http://schemas.openxmlformats.org/officeDocument/2006/relationships/image" Target="../media/image260.png"/></Relationships>
</file>

<file path=ppt/slides/_rels/slide14.xml.rels><?xml version="1.0" encoding="UTF-8" standalone="yes"?><Relationships xmlns="http://schemas.openxmlformats.org/package/2006/relationships"><Relationship Id="rId40" Type="http://schemas.openxmlformats.org/officeDocument/2006/relationships/image" Target="../media/image353.png"/><Relationship Id="rId42" Type="http://schemas.openxmlformats.org/officeDocument/2006/relationships/image" Target="../media/image341.png"/><Relationship Id="rId41" Type="http://schemas.openxmlformats.org/officeDocument/2006/relationships/image" Target="../media/image340.png"/><Relationship Id="rId44" Type="http://schemas.openxmlformats.org/officeDocument/2006/relationships/image" Target="../media/image359.png"/><Relationship Id="rId43" Type="http://schemas.openxmlformats.org/officeDocument/2006/relationships/image" Target="../media/image335.png"/><Relationship Id="rId46" Type="http://schemas.openxmlformats.org/officeDocument/2006/relationships/image" Target="../media/image334.png"/><Relationship Id="rId45" Type="http://schemas.openxmlformats.org/officeDocument/2006/relationships/image" Target="../media/image33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3.png"/><Relationship Id="rId4" Type="http://schemas.openxmlformats.org/officeDocument/2006/relationships/image" Target="../media/image295.png"/><Relationship Id="rId9" Type="http://schemas.openxmlformats.org/officeDocument/2006/relationships/image" Target="../media/image301.png"/><Relationship Id="rId48" Type="http://schemas.openxmlformats.org/officeDocument/2006/relationships/image" Target="../media/image344.png"/><Relationship Id="rId47" Type="http://schemas.openxmlformats.org/officeDocument/2006/relationships/image" Target="../media/image339.png"/><Relationship Id="rId49" Type="http://schemas.openxmlformats.org/officeDocument/2006/relationships/image" Target="../media/image352.png"/><Relationship Id="rId5" Type="http://schemas.openxmlformats.org/officeDocument/2006/relationships/image" Target="../media/image337.png"/><Relationship Id="rId6" Type="http://schemas.openxmlformats.org/officeDocument/2006/relationships/image" Target="../media/image309.png"/><Relationship Id="rId7" Type="http://schemas.openxmlformats.org/officeDocument/2006/relationships/image" Target="../media/image298.png"/><Relationship Id="rId8" Type="http://schemas.openxmlformats.org/officeDocument/2006/relationships/image" Target="../media/image325.png"/><Relationship Id="rId31" Type="http://schemas.openxmlformats.org/officeDocument/2006/relationships/image" Target="../media/image324.png"/><Relationship Id="rId30" Type="http://schemas.openxmlformats.org/officeDocument/2006/relationships/image" Target="../media/image332.png"/><Relationship Id="rId33" Type="http://schemas.openxmlformats.org/officeDocument/2006/relationships/image" Target="../media/image322.png"/><Relationship Id="rId32" Type="http://schemas.openxmlformats.org/officeDocument/2006/relationships/image" Target="../media/image319.png"/><Relationship Id="rId35" Type="http://schemas.openxmlformats.org/officeDocument/2006/relationships/image" Target="../media/image330.png"/><Relationship Id="rId34" Type="http://schemas.openxmlformats.org/officeDocument/2006/relationships/image" Target="../media/image338.png"/><Relationship Id="rId37" Type="http://schemas.openxmlformats.org/officeDocument/2006/relationships/image" Target="../media/image328.png"/><Relationship Id="rId36" Type="http://schemas.openxmlformats.org/officeDocument/2006/relationships/image" Target="../media/image331.png"/><Relationship Id="rId39" Type="http://schemas.openxmlformats.org/officeDocument/2006/relationships/image" Target="../media/image346.png"/><Relationship Id="rId38" Type="http://schemas.openxmlformats.org/officeDocument/2006/relationships/image" Target="../media/image351.png"/><Relationship Id="rId62" Type="http://schemas.openxmlformats.org/officeDocument/2006/relationships/image" Target="../media/image370.png"/><Relationship Id="rId61" Type="http://schemas.openxmlformats.org/officeDocument/2006/relationships/image" Target="../media/image349.png"/><Relationship Id="rId20" Type="http://schemas.openxmlformats.org/officeDocument/2006/relationships/image" Target="../media/image317.png"/><Relationship Id="rId64" Type="http://schemas.openxmlformats.org/officeDocument/2006/relationships/image" Target="../media/image360.png"/><Relationship Id="rId63" Type="http://schemas.openxmlformats.org/officeDocument/2006/relationships/image" Target="../media/image371.png"/><Relationship Id="rId22" Type="http://schemas.openxmlformats.org/officeDocument/2006/relationships/image" Target="../media/image326.png"/><Relationship Id="rId66" Type="http://schemas.openxmlformats.org/officeDocument/2006/relationships/image" Target="../media/image368.png"/><Relationship Id="rId21" Type="http://schemas.openxmlformats.org/officeDocument/2006/relationships/image" Target="../media/image315.png"/><Relationship Id="rId65" Type="http://schemas.openxmlformats.org/officeDocument/2006/relationships/image" Target="../media/image366.png"/><Relationship Id="rId24" Type="http://schemas.openxmlformats.org/officeDocument/2006/relationships/image" Target="../media/image311.png"/><Relationship Id="rId23" Type="http://schemas.openxmlformats.org/officeDocument/2006/relationships/image" Target="../media/image333.png"/><Relationship Id="rId60" Type="http://schemas.openxmlformats.org/officeDocument/2006/relationships/image" Target="../media/image348.png"/><Relationship Id="rId26" Type="http://schemas.openxmlformats.org/officeDocument/2006/relationships/image" Target="../media/image329.png"/><Relationship Id="rId25" Type="http://schemas.openxmlformats.org/officeDocument/2006/relationships/image" Target="../media/image323.png"/><Relationship Id="rId28" Type="http://schemas.openxmlformats.org/officeDocument/2006/relationships/image" Target="../media/image354.png"/><Relationship Id="rId27" Type="http://schemas.openxmlformats.org/officeDocument/2006/relationships/image" Target="../media/image318.png"/><Relationship Id="rId29" Type="http://schemas.openxmlformats.org/officeDocument/2006/relationships/image" Target="../media/image321.png"/><Relationship Id="rId51" Type="http://schemas.openxmlformats.org/officeDocument/2006/relationships/image" Target="../media/image355.png"/><Relationship Id="rId50" Type="http://schemas.openxmlformats.org/officeDocument/2006/relationships/image" Target="../media/image358.png"/><Relationship Id="rId53" Type="http://schemas.openxmlformats.org/officeDocument/2006/relationships/image" Target="../media/image347.png"/><Relationship Id="rId52" Type="http://schemas.openxmlformats.org/officeDocument/2006/relationships/image" Target="../media/image343.png"/><Relationship Id="rId11" Type="http://schemas.openxmlformats.org/officeDocument/2006/relationships/image" Target="../media/image304.png"/><Relationship Id="rId55" Type="http://schemas.openxmlformats.org/officeDocument/2006/relationships/image" Target="../media/image356.png"/><Relationship Id="rId10" Type="http://schemas.openxmlformats.org/officeDocument/2006/relationships/image" Target="../media/image314.png"/><Relationship Id="rId54" Type="http://schemas.openxmlformats.org/officeDocument/2006/relationships/image" Target="../media/image342.png"/><Relationship Id="rId13" Type="http://schemas.openxmlformats.org/officeDocument/2006/relationships/image" Target="../media/image312.png"/><Relationship Id="rId57" Type="http://schemas.openxmlformats.org/officeDocument/2006/relationships/image" Target="../media/image345.png"/><Relationship Id="rId12" Type="http://schemas.openxmlformats.org/officeDocument/2006/relationships/image" Target="../media/image316.png"/><Relationship Id="rId56" Type="http://schemas.openxmlformats.org/officeDocument/2006/relationships/image" Target="../media/image350.png"/><Relationship Id="rId15" Type="http://schemas.openxmlformats.org/officeDocument/2006/relationships/image" Target="../media/image305.png"/><Relationship Id="rId59" Type="http://schemas.openxmlformats.org/officeDocument/2006/relationships/image" Target="../media/image364.png"/><Relationship Id="rId14" Type="http://schemas.openxmlformats.org/officeDocument/2006/relationships/image" Target="../media/image310.png"/><Relationship Id="rId58" Type="http://schemas.openxmlformats.org/officeDocument/2006/relationships/image" Target="../media/image365.png"/><Relationship Id="rId17" Type="http://schemas.openxmlformats.org/officeDocument/2006/relationships/image" Target="../media/image320.png"/><Relationship Id="rId16" Type="http://schemas.openxmlformats.org/officeDocument/2006/relationships/image" Target="../media/image306.png"/><Relationship Id="rId19" Type="http://schemas.openxmlformats.org/officeDocument/2006/relationships/image" Target="../media/image307.png"/><Relationship Id="rId18" Type="http://schemas.openxmlformats.org/officeDocument/2006/relationships/image" Target="../media/image3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7.png"/><Relationship Id="rId4" Type="http://schemas.openxmlformats.org/officeDocument/2006/relationships/image" Target="../media/image363.png"/><Relationship Id="rId5" Type="http://schemas.openxmlformats.org/officeDocument/2006/relationships/image" Target="../media/image362.png"/><Relationship Id="rId6" Type="http://schemas.openxmlformats.org/officeDocument/2006/relationships/image" Target="../media/image367.png"/><Relationship Id="rId7" Type="http://schemas.openxmlformats.org/officeDocument/2006/relationships/image" Target="../media/image361.png"/><Relationship Id="rId8" Type="http://schemas.openxmlformats.org/officeDocument/2006/relationships/image" Target="../media/image36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>
            <p:ph type="ctrTitle"/>
          </p:nvPr>
        </p:nvSpPr>
        <p:spPr>
          <a:xfrm>
            <a:off x="655637" y="1960562"/>
            <a:ext cx="7772400" cy="881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b="1" i="0" lang="en-US" sz="40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1382712" y="4160837"/>
            <a:ext cx="6400800" cy="10080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Hafed Benteftifa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Agenda</a:t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457200" y="1600200"/>
            <a:ext cx="8229600" cy="3776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objectifs de ce cours sont les suivants:</a:t>
            </a:r>
            <a:b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Besoins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Tests imbriqués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Rappel</a:t>
            </a:r>
            <a:endParaRPr/>
          </a:p>
        </p:txBody>
      </p:sp>
      <p:sp>
        <p:nvSpPr>
          <p:cNvPr id="70" name="Google Shape;70;p3"/>
          <p:cNvSpPr txBox="1"/>
          <p:nvPr/>
        </p:nvSpPr>
        <p:spPr>
          <a:xfrm>
            <a:off x="457200" y="1600200"/>
            <a:ext cx="8383587" cy="357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Algorithme: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Suite d’instructions, qui une fois exécutée correctement, conduit à un résultat donné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algorithme doit donc contenir uniquement des instructions compréhensibles par celui qui devra l’exécuter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Besoin  de test</a:t>
            </a:r>
            <a:endParaRPr/>
          </a:p>
        </p:txBody>
      </p:sp>
      <p:sp>
        <p:nvSpPr>
          <p:cNvPr id="77" name="Google Shape;77;p4"/>
          <p:cNvSpPr txBox="1"/>
          <p:nvPr/>
        </p:nvSpPr>
        <p:spPr>
          <a:xfrm>
            <a:off x="457200" y="1600200"/>
            <a:ext cx="8383587" cy="463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673100" y="1816100"/>
            <a:ext cx="8099425" cy="338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Pourquoi 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 cours de l’exécution, on a un besoin de traiter des infos (données)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traitements sont appliqués selon des règles précises</a:t>
            </a:r>
            <a:endParaRPr/>
          </a:p>
        </p:txBody>
      </p:sp>
      <p:grpSp>
        <p:nvGrpSpPr>
          <p:cNvPr id="79" name="Google Shape;79;p4"/>
          <p:cNvGrpSpPr/>
          <p:nvPr/>
        </p:nvGrpSpPr>
        <p:grpSpPr>
          <a:xfrm>
            <a:off x="2134181" y="3867963"/>
            <a:ext cx="42768" cy="31780"/>
            <a:chOff x="2133618" y="3867524"/>
            <a:chExt cx="43037" cy="32832"/>
          </a:xfrm>
        </p:grpSpPr>
        <p:pic>
          <p:nvPicPr>
            <p:cNvPr id="80" name="Google Shape;80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33618" y="3867524"/>
              <a:ext cx="23760" cy="25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140628" y="3874274"/>
              <a:ext cx="36027" cy="260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/>
        </p:nvSpPr>
        <p:spPr>
          <a:xfrm>
            <a:off x="1074737" y="1577975"/>
            <a:ext cx="2513012" cy="823912"/>
          </a:xfrm>
          <a:prstGeom prst="rect">
            <a:avLst/>
          </a:prstGeom>
          <a:gradFill>
            <a:gsLst>
              <a:gs pos="0">
                <a:srgbClr val="BFD1FF"/>
              </a:gs>
              <a:gs pos="35000">
                <a:srgbClr val="D1DEFF"/>
              </a:gs>
              <a:gs pos="100000">
                <a:srgbClr val="EBF0FF"/>
              </a:gs>
            </a:gsLst>
            <a:lin ang="16200000" scaled="0"/>
          </a:gradFill>
          <a:ln cap="flat" cmpd="sng" w="9525">
            <a:solidFill>
              <a:srgbClr val="B1C1FA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Structure d’un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Test</a:t>
            </a:r>
            <a:endParaRPr/>
          </a:p>
        </p:txBody>
      </p:sp>
      <p:sp>
        <p:nvSpPr>
          <p:cNvPr id="89" name="Google Shape;89;p5"/>
          <p:cNvSpPr txBox="1"/>
          <p:nvPr/>
        </p:nvSpPr>
        <p:spPr>
          <a:xfrm>
            <a:off x="457200" y="1600200"/>
            <a:ext cx="8383587" cy="463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 </a:t>
            </a: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</a:t>
            </a:r>
            <a:r>
              <a:rPr b="1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Alors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----------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Finsi</a:t>
            </a:r>
            <a:endParaRPr/>
          </a:p>
        </p:txBody>
      </p:sp>
      <p:pic>
        <p:nvPicPr>
          <p:cNvPr id="90" name="Google Shape;9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850" y="2035175"/>
            <a:ext cx="19050" cy="19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5"/>
          <p:cNvGrpSpPr/>
          <p:nvPr/>
        </p:nvGrpSpPr>
        <p:grpSpPr>
          <a:xfrm>
            <a:off x="1421342" y="1038792"/>
            <a:ext cx="1103480" cy="276346"/>
            <a:chOff x="1420818" y="1038298"/>
            <a:chExt cx="1104120" cy="277198"/>
          </a:xfrm>
        </p:grpSpPr>
        <p:pic>
          <p:nvPicPr>
            <p:cNvPr id="92" name="Google Shape;9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20818" y="1038298"/>
              <a:ext cx="338760" cy="2505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827258" y="1048724"/>
              <a:ext cx="238680" cy="263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114552" y="1046911"/>
              <a:ext cx="250173" cy="268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113098" y="1180844"/>
              <a:ext cx="255240" cy="43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459778" y="1066724"/>
              <a:ext cx="65160" cy="2408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" name="Google Shape;97;p5"/>
          <p:cNvGrpSpPr/>
          <p:nvPr/>
        </p:nvGrpSpPr>
        <p:grpSpPr>
          <a:xfrm>
            <a:off x="4677303" y="1905523"/>
            <a:ext cx="4070521" cy="1867082"/>
            <a:chOff x="4676658" y="1905524"/>
            <a:chExt cx="4071960" cy="1866600"/>
          </a:xfrm>
        </p:grpSpPr>
        <p:pic>
          <p:nvPicPr>
            <p:cNvPr id="98" name="Google Shape;98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909578" y="1905524"/>
              <a:ext cx="206280" cy="1662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76658" y="3514978"/>
              <a:ext cx="386640" cy="488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736418" y="3533084"/>
              <a:ext cx="410400" cy="239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560818" y="2097764"/>
              <a:ext cx="256680" cy="279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766378" y="2087324"/>
              <a:ext cx="81000" cy="272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917955" y="2229187"/>
              <a:ext cx="205526" cy="1597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118818" y="2246471"/>
              <a:ext cx="207720" cy="136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6624258" y="2020004"/>
              <a:ext cx="126000" cy="63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523818" y="2257260"/>
              <a:ext cx="620640" cy="2238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109511" y="2150324"/>
              <a:ext cx="138293" cy="35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5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7197037" y="2194244"/>
              <a:ext cx="191123" cy="196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5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5434818" y="2711924"/>
              <a:ext cx="314280" cy="250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5791578" y="2666564"/>
              <a:ext cx="91440" cy="51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5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6108738" y="2574404"/>
              <a:ext cx="227520" cy="363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5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6356418" y="2811644"/>
              <a:ext cx="195840" cy="100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5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6941778" y="2756204"/>
              <a:ext cx="93600" cy="28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5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6953298" y="2769164"/>
              <a:ext cx="368280" cy="150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5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7346058" y="2734604"/>
              <a:ext cx="706320" cy="30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5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7990458" y="2664044"/>
              <a:ext cx="36000" cy="58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5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8160738" y="2574044"/>
              <a:ext cx="161640" cy="27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5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8295209" y="2721813"/>
              <a:ext cx="33825" cy="223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5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8386458" y="2739315"/>
              <a:ext cx="362160" cy="1212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5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5366058" y="3185684"/>
              <a:ext cx="649440" cy="310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5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5904258" y="3279601"/>
              <a:ext cx="288000" cy="926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5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6486738" y="3181724"/>
              <a:ext cx="171720" cy="203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5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6711738" y="3151124"/>
              <a:ext cx="373680" cy="283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5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7215066" y="3187124"/>
              <a:ext cx="84866" cy="223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5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7178298" y="3146804"/>
              <a:ext cx="253440" cy="287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5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7222578" y="3269564"/>
              <a:ext cx="234360" cy="58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5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7586898" y="3202964"/>
              <a:ext cx="57960" cy="2062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8" name="Google Shape;128;p5"/>
          <p:cNvGrpSpPr/>
          <p:nvPr/>
        </p:nvGrpSpPr>
        <p:grpSpPr>
          <a:xfrm>
            <a:off x="5048768" y="3743889"/>
            <a:ext cx="3441876" cy="1117732"/>
            <a:chOff x="5048532" y="3743717"/>
            <a:chExt cx="3441598" cy="1118487"/>
          </a:xfrm>
        </p:grpSpPr>
        <p:pic>
          <p:nvPicPr>
            <p:cNvPr id="129" name="Google Shape;129;p5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5757018" y="3743717"/>
              <a:ext cx="2195640" cy="1154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5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5123778" y="3925844"/>
              <a:ext cx="298440" cy="349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5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5325018" y="4168124"/>
              <a:ext cx="171720" cy="10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5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5448138" y="4063724"/>
              <a:ext cx="158400" cy="56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5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5762058" y="3935564"/>
              <a:ext cx="570960" cy="339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5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6627498" y="4154804"/>
              <a:ext cx="78480" cy="27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5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6603018" y="4132844"/>
              <a:ext cx="185760" cy="151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5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6786258" y="4126004"/>
              <a:ext cx="237240" cy="13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5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7028538" y="4146121"/>
              <a:ext cx="153000" cy="940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5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7211778" y="4150844"/>
              <a:ext cx="150480" cy="283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5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7416290" y="4153364"/>
              <a:ext cx="118737" cy="96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5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7540098" y="4120964"/>
              <a:ext cx="234360" cy="169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5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7724058" y="4063004"/>
              <a:ext cx="61920" cy="5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5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7802538" y="3992444"/>
              <a:ext cx="253440" cy="256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5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8013858" y="4116973"/>
              <a:ext cx="68040" cy="270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5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8106387" y="4146884"/>
              <a:ext cx="383743" cy="141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5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5048532" y="4434164"/>
              <a:ext cx="581411" cy="329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5"/>
            <p:cNvPicPr preferRelativeResize="0"/>
            <p:nvPr/>
          </p:nvPicPr>
          <p:blipFill rotWithShape="1">
            <a:blip r:embed="rId56">
              <a:alphaModFix/>
            </a:blip>
            <a:srcRect b="0" l="0" r="0" t="0"/>
            <a:stretch/>
          </p:blipFill>
          <p:spPr>
            <a:xfrm>
              <a:off x="5514018" y="4586084"/>
              <a:ext cx="339480" cy="27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5"/>
            <p:cNvPicPr preferRelativeResize="0"/>
            <p:nvPr/>
          </p:nvPicPr>
          <p:blipFill rotWithShape="1">
            <a:blip r:embed="rId57">
              <a:alphaModFix/>
            </a:blip>
            <a:srcRect b="0" l="0" r="0" t="0"/>
            <a:stretch/>
          </p:blipFill>
          <p:spPr>
            <a:xfrm>
              <a:off x="6100098" y="4524897"/>
              <a:ext cx="194760" cy="2667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5"/>
            <p:cNvPicPr preferRelativeResize="0"/>
            <p:nvPr/>
          </p:nvPicPr>
          <p:blipFill rotWithShape="1">
            <a:blip r:embed="rId58">
              <a:alphaModFix/>
            </a:blip>
            <a:srcRect b="0" l="0" r="0" t="0"/>
            <a:stretch/>
          </p:blipFill>
          <p:spPr>
            <a:xfrm>
              <a:off x="6106218" y="4548628"/>
              <a:ext cx="513000" cy="226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5"/>
            <p:cNvPicPr preferRelativeResize="0"/>
            <p:nvPr/>
          </p:nvPicPr>
          <p:blipFill rotWithShape="1">
            <a:blip r:embed="rId59">
              <a:alphaModFix/>
            </a:blip>
            <a:srcRect b="0" l="0" r="0" t="0"/>
            <a:stretch/>
          </p:blipFill>
          <p:spPr>
            <a:xfrm>
              <a:off x="6431298" y="4629644"/>
              <a:ext cx="220680" cy="74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5"/>
            <p:cNvPicPr preferRelativeResize="0"/>
            <p:nvPr/>
          </p:nvPicPr>
          <p:blipFill rotWithShape="1">
            <a:blip r:embed="rId60">
              <a:alphaModFix/>
            </a:blip>
            <a:srcRect b="0" l="0" r="0" t="0"/>
            <a:stretch/>
          </p:blipFill>
          <p:spPr>
            <a:xfrm>
              <a:off x="6619578" y="4597244"/>
              <a:ext cx="220680" cy="168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5"/>
            <p:cNvPicPr preferRelativeResize="0"/>
            <p:nvPr/>
          </p:nvPicPr>
          <p:blipFill rotWithShape="1">
            <a:blip r:embed="rId61">
              <a:alphaModFix/>
            </a:blip>
            <a:srcRect b="0" l="0" r="0" t="0"/>
            <a:stretch/>
          </p:blipFill>
          <p:spPr>
            <a:xfrm>
              <a:off x="6884178" y="4540381"/>
              <a:ext cx="328680" cy="2094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5"/>
            <p:cNvPicPr preferRelativeResize="0"/>
            <p:nvPr/>
          </p:nvPicPr>
          <p:blipFill rotWithShape="1">
            <a:blip r:embed="rId62">
              <a:alphaModFix/>
            </a:blip>
            <a:srcRect b="0" l="0" r="0" t="0"/>
            <a:stretch/>
          </p:blipFill>
          <p:spPr>
            <a:xfrm>
              <a:off x="7278359" y="4576724"/>
              <a:ext cx="185438" cy="22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5"/>
            <p:cNvPicPr preferRelativeResize="0"/>
            <p:nvPr/>
          </p:nvPicPr>
          <p:blipFill rotWithShape="1">
            <a:blip r:embed="rId63">
              <a:alphaModFix/>
            </a:blip>
            <a:srcRect b="0" l="0" r="0" t="0"/>
            <a:stretch/>
          </p:blipFill>
          <p:spPr>
            <a:xfrm>
              <a:off x="7242738" y="4575675"/>
              <a:ext cx="224280" cy="1216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5"/>
            <p:cNvPicPr preferRelativeResize="0"/>
            <p:nvPr/>
          </p:nvPicPr>
          <p:blipFill rotWithShape="1">
            <a:blip r:embed="rId64">
              <a:alphaModFix/>
            </a:blip>
            <a:srcRect b="0" l="0" r="0" t="0"/>
            <a:stretch/>
          </p:blipFill>
          <p:spPr>
            <a:xfrm>
              <a:off x="7509498" y="4730804"/>
              <a:ext cx="88200" cy="131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5"/>
            <p:cNvPicPr preferRelativeResize="0"/>
            <p:nvPr/>
          </p:nvPicPr>
          <p:blipFill rotWithShape="1">
            <a:blip r:embed="rId65">
              <a:alphaModFix/>
            </a:blip>
            <a:srcRect b="0" l="0" r="0" t="0"/>
            <a:stretch/>
          </p:blipFill>
          <p:spPr>
            <a:xfrm>
              <a:off x="7843218" y="4514084"/>
              <a:ext cx="629640" cy="1958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" name="Google Shape;156;p5"/>
          <p:cNvGrpSpPr/>
          <p:nvPr/>
        </p:nvGrpSpPr>
        <p:grpSpPr>
          <a:xfrm>
            <a:off x="4817004" y="5051938"/>
            <a:ext cx="1946445" cy="331988"/>
            <a:chOff x="4816338" y="5051924"/>
            <a:chExt cx="1947240" cy="331560"/>
          </a:xfrm>
        </p:grpSpPr>
        <p:pic>
          <p:nvPicPr>
            <p:cNvPr id="157" name="Google Shape;157;p5"/>
            <p:cNvPicPr preferRelativeResize="0"/>
            <p:nvPr/>
          </p:nvPicPr>
          <p:blipFill rotWithShape="1">
            <a:blip r:embed="rId66">
              <a:alphaModFix/>
            </a:blip>
            <a:srcRect b="0" l="0" r="0" t="0"/>
            <a:stretch/>
          </p:blipFill>
          <p:spPr>
            <a:xfrm>
              <a:off x="4816338" y="5071724"/>
              <a:ext cx="209160" cy="236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5"/>
            <p:cNvPicPr preferRelativeResize="0"/>
            <p:nvPr/>
          </p:nvPicPr>
          <p:blipFill rotWithShape="1">
            <a:blip r:embed="rId67">
              <a:alphaModFix/>
            </a:blip>
            <a:srcRect b="0" l="0" r="0" t="0"/>
            <a:stretch/>
          </p:blipFill>
          <p:spPr>
            <a:xfrm>
              <a:off x="5122750" y="5051924"/>
              <a:ext cx="79458" cy="148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5"/>
            <p:cNvPicPr preferRelativeResize="0"/>
            <p:nvPr/>
          </p:nvPicPr>
          <p:blipFill rotWithShape="1">
            <a:blip r:embed="rId68">
              <a:alphaModFix/>
            </a:blip>
            <a:srcRect b="0" l="0" r="0" t="0"/>
            <a:stretch/>
          </p:blipFill>
          <p:spPr>
            <a:xfrm>
              <a:off x="5362114" y="5185124"/>
              <a:ext cx="214888" cy="156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5"/>
            <p:cNvPicPr preferRelativeResize="0"/>
            <p:nvPr/>
          </p:nvPicPr>
          <p:blipFill rotWithShape="1">
            <a:blip r:embed="rId69">
              <a:alphaModFix/>
            </a:blip>
            <a:srcRect b="0" l="0" r="0" t="0"/>
            <a:stretch/>
          </p:blipFill>
          <p:spPr>
            <a:xfrm>
              <a:off x="5606538" y="5197724"/>
              <a:ext cx="252000" cy="185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5"/>
            <p:cNvPicPr preferRelativeResize="0"/>
            <p:nvPr/>
          </p:nvPicPr>
          <p:blipFill rotWithShape="1">
            <a:blip r:embed="rId70">
              <a:alphaModFix/>
            </a:blip>
            <a:srcRect b="0" l="0" r="0" t="0"/>
            <a:stretch/>
          </p:blipFill>
          <p:spPr>
            <a:xfrm>
              <a:off x="5849538" y="5211790"/>
              <a:ext cx="180720" cy="1414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5"/>
            <p:cNvPicPr preferRelativeResize="0"/>
            <p:nvPr/>
          </p:nvPicPr>
          <p:blipFill rotWithShape="1">
            <a:blip r:embed="rId71">
              <a:alphaModFix/>
            </a:blip>
            <a:srcRect b="0" l="0" r="0" t="0"/>
            <a:stretch/>
          </p:blipFill>
          <p:spPr>
            <a:xfrm>
              <a:off x="6065538" y="5216804"/>
              <a:ext cx="293760" cy="139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5"/>
            <p:cNvPicPr preferRelativeResize="0"/>
            <p:nvPr/>
          </p:nvPicPr>
          <p:blipFill rotWithShape="1">
            <a:blip r:embed="rId72">
              <a:alphaModFix/>
            </a:blip>
            <a:srcRect b="0" l="0" r="0" t="0"/>
            <a:stretch/>
          </p:blipFill>
          <p:spPr>
            <a:xfrm>
              <a:off x="6397098" y="5064884"/>
              <a:ext cx="48960" cy="271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5"/>
            <p:cNvPicPr preferRelativeResize="0"/>
            <p:nvPr/>
          </p:nvPicPr>
          <p:blipFill rotWithShape="1">
            <a:blip r:embed="rId73">
              <a:alphaModFix/>
            </a:blip>
            <a:srcRect b="0" l="0" r="0" t="0"/>
            <a:stretch/>
          </p:blipFill>
          <p:spPr>
            <a:xfrm>
              <a:off x="6406818" y="5154164"/>
              <a:ext cx="356760" cy="1490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5" name="Google Shape;165;p5"/>
          <p:cNvGrpSpPr/>
          <p:nvPr/>
        </p:nvGrpSpPr>
        <p:grpSpPr>
          <a:xfrm>
            <a:off x="4407427" y="5547229"/>
            <a:ext cx="2136949" cy="381205"/>
            <a:chOff x="4407018" y="5547990"/>
            <a:chExt cx="2137320" cy="380894"/>
          </a:xfrm>
        </p:grpSpPr>
        <p:pic>
          <p:nvPicPr>
            <p:cNvPr id="166" name="Google Shape;166;p5"/>
            <p:cNvPicPr preferRelativeResize="0"/>
            <p:nvPr/>
          </p:nvPicPr>
          <p:blipFill rotWithShape="1">
            <a:blip r:embed="rId74">
              <a:alphaModFix/>
            </a:blip>
            <a:srcRect b="0" l="0" r="0" t="0"/>
            <a:stretch/>
          </p:blipFill>
          <p:spPr>
            <a:xfrm>
              <a:off x="4407018" y="5615324"/>
              <a:ext cx="111240" cy="313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5"/>
            <p:cNvPicPr preferRelativeResize="0"/>
            <p:nvPr/>
          </p:nvPicPr>
          <p:blipFill rotWithShape="1">
            <a:blip r:embed="rId75">
              <a:alphaModFix/>
            </a:blip>
            <a:srcRect b="0" l="0" r="0" t="0"/>
            <a:stretch/>
          </p:blipFill>
          <p:spPr>
            <a:xfrm>
              <a:off x="4479018" y="5659964"/>
              <a:ext cx="165240" cy="123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5"/>
            <p:cNvPicPr preferRelativeResize="0"/>
            <p:nvPr/>
          </p:nvPicPr>
          <p:blipFill rotWithShape="1">
            <a:blip r:embed="rId76">
              <a:alphaModFix/>
            </a:blip>
            <a:srcRect b="0" l="0" r="0" t="0"/>
            <a:stretch/>
          </p:blipFill>
          <p:spPr>
            <a:xfrm>
              <a:off x="4756218" y="5655614"/>
              <a:ext cx="313200" cy="1249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5"/>
            <p:cNvPicPr preferRelativeResize="0"/>
            <p:nvPr/>
          </p:nvPicPr>
          <p:blipFill rotWithShape="1">
            <a:blip r:embed="rId77">
              <a:alphaModFix/>
            </a:blip>
            <a:srcRect b="0" l="0" r="0" t="0"/>
            <a:stretch/>
          </p:blipFill>
          <p:spPr>
            <a:xfrm>
              <a:off x="5279305" y="5547990"/>
              <a:ext cx="451425" cy="2513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5"/>
            <p:cNvPicPr preferRelativeResize="0"/>
            <p:nvPr/>
          </p:nvPicPr>
          <p:blipFill rotWithShape="1">
            <a:blip r:embed="rId78">
              <a:alphaModFix/>
            </a:blip>
            <a:srcRect b="0" l="0" r="0" t="0"/>
            <a:stretch/>
          </p:blipFill>
          <p:spPr>
            <a:xfrm>
              <a:off x="5913618" y="5649524"/>
              <a:ext cx="408240" cy="21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5"/>
            <p:cNvPicPr preferRelativeResize="0"/>
            <p:nvPr/>
          </p:nvPicPr>
          <p:blipFill rotWithShape="1">
            <a:blip r:embed="rId79">
              <a:alphaModFix/>
            </a:blip>
            <a:srcRect b="0" l="0" r="0" t="0"/>
            <a:stretch/>
          </p:blipFill>
          <p:spPr>
            <a:xfrm>
              <a:off x="6269412" y="5701724"/>
              <a:ext cx="45497" cy="24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5"/>
            <p:cNvPicPr preferRelativeResize="0"/>
            <p:nvPr/>
          </p:nvPicPr>
          <p:blipFill rotWithShape="1">
            <a:blip r:embed="rId80">
              <a:alphaModFix/>
            </a:blip>
            <a:srcRect b="0" l="0" r="0" t="0"/>
            <a:stretch/>
          </p:blipFill>
          <p:spPr>
            <a:xfrm>
              <a:off x="6358938" y="5720444"/>
              <a:ext cx="185400" cy="134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3" name="Google Shape;173;p5"/>
          <p:cNvGrpSpPr/>
          <p:nvPr/>
        </p:nvGrpSpPr>
        <p:grpSpPr>
          <a:xfrm>
            <a:off x="6998223" y="5386919"/>
            <a:ext cx="1521006" cy="401801"/>
            <a:chOff x="6998658" y="5386724"/>
            <a:chExt cx="1520640" cy="402120"/>
          </a:xfrm>
        </p:grpSpPr>
        <p:pic>
          <p:nvPicPr>
            <p:cNvPr id="174" name="Google Shape;174;p5"/>
            <p:cNvPicPr preferRelativeResize="0"/>
            <p:nvPr/>
          </p:nvPicPr>
          <p:blipFill rotWithShape="1">
            <a:blip r:embed="rId81">
              <a:alphaModFix/>
            </a:blip>
            <a:srcRect b="0" l="0" r="0" t="0"/>
            <a:stretch/>
          </p:blipFill>
          <p:spPr>
            <a:xfrm>
              <a:off x="6998658" y="5519564"/>
              <a:ext cx="267120" cy="263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5"/>
            <p:cNvPicPr preferRelativeResize="0"/>
            <p:nvPr/>
          </p:nvPicPr>
          <p:blipFill rotWithShape="1">
            <a:blip r:embed="rId82">
              <a:alphaModFix/>
            </a:blip>
            <a:srcRect b="0" l="0" r="0" t="0"/>
            <a:stretch/>
          </p:blipFill>
          <p:spPr>
            <a:xfrm>
              <a:off x="7314738" y="5386724"/>
              <a:ext cx="98280" cy="130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5"/>
            <p:cNvPicPr preferRelativeResize="0"/>
            <p:nvPr/>
          </p:nvPicPr>
          <p:blipFill rotWithShape="1">
            <a:blip r:embed="rId83">
              <a:alphaModFix/>
            </a:blip>
            <a:srcRect b="0" l="0" r="0" t="0"/>
            <a:stretch/>
          </p:blipFill>
          <p:spPr>
            <a:xfrm>
              <a:off x="7470390" y="5623964"/>
              <a:ext cx="41501" cy="146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5"/>
            <p:cNvPicPr preferRelativeResize="0"/>
            <p:nvPr/>
          </p:nvPicPr>
          <p:blipFill rotWithShape="1">
            <a:blip r:embed="rId84">
              <a:alphaModFix/>
            </a:blip>
            <a:srcRect b="0" l="0" r="0" t="0"/>
            <a:stretch/>
          </p:blipFill>
          <p:spPr>
            <a:xfrm>
              <a:off x="7422788" y="5511644"/>
              <a:ext cx="81621" cy="66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5"/>
            <p:cNvPicPr preferRelativeResize="0"/>
            <p:nvPr/>
          </p:nvPicPr>
          <p:blipFill rotWithShape="1">
            <a:blip r:embed="rId85">
              <a:alphaModFix/>
            </a:blip>
            <a:srcRect b="0" l="0" r="0" t="0"/>
            <a:stretch/>
          </p:blipFill>
          <p:spPr>
            <a:xfrm>
              <a:off x="7586902" y="5445764"/>
              <a:ext cx="907553" cy="342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5"/>
            <p:cNvPicPr preferRelativeResize="0"/>
            <p:nvPr/>
          </p:nvPicPr>
          <p:blipFill rotWithShape="1">
            <a:blip r:embed="rId86">
              <a:alphaModFix/>
            </a:blip>
            <a:srcRect b="0" l="0" r="0" t="0"/>
            <a:stretch/>
          </p:blipFill>
          <p:spPr>
            <a:xfrm>
              <a:off x="8473938" y="5728724"/>
              <a:ext cx="45360" cy="6012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 txBox="1"/>
          <p:nvPr/>
        </p:nvSpPr>
        <p:spPr>
          <a:xfrm>
            <a:off x="754062" y="1527175"/>
            <a:ext cx="2039937" cy="703262"/>
          </a:xfrm>
          <a:prstGeom prst="rect">
            <a:avLst/>
          </a:prstGeom>
          <a:gradFill>
            <a:gsLst>
              <a:gs pos="0">
                <a:srgbClr val="BFD1FF"/>
              </a:gs>
              <a:gs pos="35000">
                <a:srgbClr val="D1DEFF"/>
              </a:gs>
              <a:gs pos="100000">
                <a:srgbClr val="EBF0FF"/>
              </a:gs>
            </a:gsLst>
            <a:lin ang="16200000" scaled="0"/>
          </a:gradFill>
          <a:ln cap="flat" cmpd="sng" w="9525">
            <a:solidFill>
              <a:srgbClr val="B1C1FA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Pseudo-code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Test simple</a:t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233362" y="1584325"/>
            <a:ext cx="4656137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Proposition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Alors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Instructions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Finsi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3632200" y="3032125"/>
            <a:ext cx="4737100" cy="881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Proposition:  VRAI ou FAUX</a:t>
            </a:r>
            <a:endParaRPr/>
          </a:p>
        </p:txBody>
      </p:sp>
      <p:cxnSp>
        <p:nvCxnSpPr>
          <p:cNvPr id="189" name="Google Shape;189;p6"/>
          <p:cNvCxnSpPr/>
          <p:nvPr/>
        </p:nvCxnSpPr>
        <p:spPr>
          <a:xfrm rot="10800000">
            <a:off x="2576512" y="2068512"/>
            <a:ext cx="4513262" cy="974725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90" name="Google Shape;190;p6"/>
          <p:cNvCxnSpPr/>
          <p:nvPr/>
        </p:nvCxnSpPr>
        <p:spPr>
          <a:xfrm flipH="1" rot="10800000">
            <a:off x="5935662" y="3043237"/>
            <a:ext cx="2219325" cy="14287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91" name="Google Shape;191;p6"/>
          <p:cNvSpPr txBox="1"/>
          <p:nvPr/>
        </p:nvSpPr>
        <p:spPr>
          <a:xfrm>
            <a:off x="330200" y="3943350"/>
            <a:ext cx="76835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Explication: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Donne les instructions à suivre lorsque la proposition est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VRAIE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Que doit-on faire pour le cas où proposition est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FAUSSE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?	</a:t>
            </a:r>
            <a:endParaRPr/>
          </a:p>
        </p:txBody>
      </p:sp>
      <p:pic>
        <p:nvPicPr>
          <p:cNvPr id="192" name="Google Shape;19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0050" y="3697287"/>
            <a:ext cx="215900" cy="238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6"/>
          <p:cNvGrpSpPr/>
          <p:nvPr/>
        </p:nvGrpSpPr>
        <p:grpSpPr>
          <a:xfrm>
            <a:off x="486297" y="213244"/>
            <a:ext cx="1689282" cy="349439"/>
            <a:chOff x="486258" y="213524"/>
            <a:chExt cx="1688760" cy="349200"/>
          </a:xfrm>
        </p:grpSpPr>
        <p:pic>
          <p:nvPicPr>
            <p:cNvPr id="194" name="Google Shape;19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6258" y="213524"/>
              <a:ext cx="242280" cy="347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83178" y="235484"/>
              <a:ext cx="68400" cy="299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77498" y="422715"/>
              <a:ext cx="350280" cy="1201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316412" y="359324"/>
              <a:ext cx="562692" cy="185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854258" y="283724"/>
              <a:ext cx="57600" cy="279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928058" y="446084"/>
              <a:ext cx="246960" cy="1108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0" name="Google Shape;200;p6"/>
          <p:cNvGrpSpPr/>
          <p:nvPr/>
        </p:nvGrpSpPr>
        <p:grpSpPr>
          <a:xfrm>
            <a:off x="2445272" y="292619"/>
            <a:ext cx="728835" cy="255752"/>
            <a:chOff x="2445378" y="292004"/>
            <a:chExt cx="728630" cy="255575"/>
          </a:xfrm>
        </p:grpSpPr>
        <p:pic>
          <p:nvPicPr>
            <p:cNvPr id="201" name="Google Shape;201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445378" y="415484"/>
              <a:ext cx="428760" cy="126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813658" y="292004"/>
              <a:ext cx="63360" cy="7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856149" y="402549"/>
              <a:ext cx="317859" cy="1450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4" name="Google Shape;204;p6"/>
          <p:cNvGrpSpPr/>
          <p:nvPr/>
        </p:nvGrpSpPr>
        <p:grpSpPr>
          <a:xfrm>
            <a:off x="424388" y="803783"/>
            <a:ext cx="1651191" cy="492336"/>
            <a:chOff x="424338" y="803924"/>
            <a:chExt cx="1651336" cy="491400"/>
          </a:xfrm>
        </p:grpSpPr>
        <p:pic>
          <p:nvPicPr>
            <p:cNvPr id="205" name="Google Shape;205;p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24338" y="803924"/>
              <a:ext cx="178200" cy="263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69885" y="943244"/>
              <a:ext cx="135666" cy="137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823578" y="929564"/>
              <a:ext cx="204480" cy="153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6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060799" y="969524"/>
              <a:ext cx="188317" cy="44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6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250178" y="955844"/>
              <a:ext cx="373680" cy="121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6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630338" y="951199"/>
              <a:ext cx="211320" cy="1093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6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858202" y="936404"/>
              <a:ext cx="217472" cy="3589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2" name="Google Shape;212;p6"/>
          <p:cNvGrpSpPr/>
          <p:nvPr/>
        </p:nvGrpSpPr>
        <p:grpSpPr>
          <a:xfrm>
            <a:off x="3300945" y="330723"/>
            <a:ext cx="1273337" cy="989195"/>
            <a:chOff x="3300378" y="330881"/>
            <a:chExt cx="1274400" cy="989287"/>
          </a:xfrm>
        </p:grpSpPr>
        <p:pic>
          <p:nvPicPr>
            <p:cNvPr id="213" name="Google Shape;213;p6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300378" y="330881"/>
              <a:ext cx="236880" cy="9892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6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3788538" y="396404"/>
              <a:ext cx="56880" cy="375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6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3683404" y="536804"/>
              <a:ext cx="250947" cy="62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6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909858" y="433124"/>
              <a:ext cx="501120" cy="338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6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4246458" y="614924"/>
              <a:ext cx="328320" cy="511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8" name="Google Shape;218;p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582737" y="690562"/>
            <a:ext cx="1425575" cy="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6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74687" y="1141412"/>
            <a:ext cx="1212850" cy="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6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149850" y="5522912"/>
            <a:ext cx="1855787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6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2120900" y="5940425"/>
            <a:ext cx="4240212" cy="179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6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209550" y="3262312"/>
            <a:ext cx="915987" cy="5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"/>
          <p:cNvSpPr txBox="1"/>
          <p:nvPr/>
        </p:nvSpPr>
        <p:spPr>
          <a:xfrm>
            <a:off x="754062" y="1255712"/>
            <a:ext cx="2039937" cy="703262"/>
          </a:xfrm>
          <a:prstGeom prst="rect">
            <a:avLst/>
          </a:prstGeom>
          <a:gradFill>
            <a:gsLst>
              <a:gs pos="0">
                <a:srgbClr val="BFD1FF"/>
              </a:gs>
              <a:gs pos="35000">
                <a:srgbClr val="D1DEFF"/>
              </a:gs>
              <a:gs pos="100000">
                <a:srgbClr val="EBF0FF"/>
              </a:gs>
            </a:gsLst>
            <a:lin ang="16200000" scaled="0"/>
          </a:gradFill>
          <a:ln cap="flat" cmpd="sng" w="9525">
            <a:solidFill>
              <a:srgbClr val="B1C1FA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Pseudo-code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Test complexe</a:t>
            </a:r>
            <a:endParaRPr/>
          </a:p>
        </p:txBody>
      </p:sp>
      <p:sp>
        <p:nvSpPr>
          <p:cNvPr id="230" name="Google Shape;230;p7"/>
          <p:cNvSpPr txBox="1"/>
          <p:nvPr/>
        </p:nvSpPr>
        <p:spPr>
          <a:xfrm>
            <a:off x="233362" y="1314450"/>
            <a:ext cx="3876675" cy="3360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Proposition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Alors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Instructions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Instructions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Finsi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</p:txBody>
      </p:sp>
      <p:sp>
        <p:nvSpPr>
          <p:cNvPr id="231" name="Google Shape;231;p7"/>
          <p:cNvSpPr txBox="1"/>
          <p:nvPr/>
        </p:nvSpPr>
        <p:spPr>
          <a:xfrm>
            <a:off x="300037" y="4183062"/>
            <a:ext cx="7683500" cy="2251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Explication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Donne les instructions à suivre lorsque la proposition est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VRAIE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et les instructions pour le cas où proposition est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FAUSSE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?	</a:t>
            </a:r>
            <a:endParaRPr/>
          </a:p>
        </p:txBody>
      </p:sp>
      <p:pic>
        <p:nvPicPr>
          <p:cNvPr id="232" name="Google Shape;2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25" y="2490787"/>
            <a:ext cx="173037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7812" y="1960562"/>
            <a:ext cx="182562" cy="4683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" name="Google Shape;234;p7"/>
          <p:cNvGrpSpPr/>
          <p:nvPr/>
        </p:nvGrpSpPr>
        <p:grpSpPr>
          <a:xfrm>
            <a:off x="3328306" y="2023036"/>
            <a:ext cx="564926" cy="214419"/>
            <a:chOff x="3327573" y="2022631"/>
            <a:chExt cx="566280" cy="215280"/>
          </a:xfrm>
        </p:grpSpPr>
        <p:pic>
          <p:nvPicPr>
            <p:cNvPr id="235" name="Google Shape;235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384453" y="2101831"/>
              <a:ext cx="509400" cy="65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27573" y="2022631"/>
              <a:ext cx="237240" cy="2152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7" name="Google Shape;237;p7"/>
          <p:cNvGrpSpPr/>
          <p:nvPr/>
        </p:nvGrpSpPr>
        <p:grpSpPr>
          <a:xfrm>
            <a:off x="4168073" y="1990003"/>
            <a:ext cx="1282515" cy="239568"/>
            <a:chOff x="4167813" y="1990231"/>
            <a:chExt cx="1282680" cy="239040"/>
          </a:xfrm>
        </p:grpSpPr>
        <p:pic>
          <p:nvPicPr>
            <p:cNvPr id="238" name="Google Shape;238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67813" y="2005711"/>
              <a:ext cx="334800" cy="196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505853" y="2021191"/>
              <a:ext cx="281520" cy="196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832733" y="1990231"/>
              <a:ext cx="335880" cy="226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928133" y="2117311"/>
              <a:ext cx="238680" cy="36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386773" y="2034151"/>
              <a:ext cx="63720" cy="1951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3" name="Google Shape;243;p7"/>
          <p:cNvGrpSpPr/>
          <p:nvPr/>
        </p:nvGrpSpPr>
        <p:grpSpPr>
          <a:xfrm>
            <a:off x="2644081" y="3129843"/>
            <a:ext cx="849472" cy="395474"/>
            <a:chOff x="2643933" y="3129271"/>
            <a:chExt cx="850320" cy="395280"/>
          </a:xfrm>
        </p:grpSpPr>
        <p:pic>
          <p:nvPicPr>
            <p:cNvPr id="244" name="Google Shape;244;p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643933" y="3129271"/>
              <a:ext cx="208080" cy="395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074853" y="3309631"/>
              <a:ext cx="419400" cy="52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042813" y="3236911"/>
              <a:ext cx="194400" cy="1677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7" name="Google Shape;247;p7"/>
          <p:cNvGrpSpPr/>
          <p:nvPr/>
        </p:nvGrpSpPr>
        <p:grpSpPr>
          <a:xfrm>
            <a:off x="3897840" y="3115211"/>
            <a:ext cx="1824569" cy="289080"/>
            <a:chOff x="3897813" y="3114871"/>
            <a:chExt cx="1825200" cy="289440"/>
          </a:xfrm>
        </p:grpSpPr>
        <p:pic>
          <p:nvPicPr>
            <p:cNvPr id="248" name="Google Shape;248;p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917973" y="3114871"/>
              <a:ext cx="264240" cy="289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7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897813" y="3208471"/>
              <a:ext cx="253080" cy="6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4230453" y="3144751"/>
              <a:ext cx="333360" cy="223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314333" y="3229351"/>
              <a:ext cx="580320" cy="144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p7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4936053" y="3200551"/>
              <a:ext cx="147240" cy="146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7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5164293" y="3210631"/>
              <a:ext cx="558720" cy="174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7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5438973" y="3174271"/>
              <a:ext cx="260640" cy="13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5" name="Google Shape;255;p7"/>
          <p:cNvGrpSpPr/>
          <p:nvPr/>
        </p:nvGrpSpPr>
        <p:grpSpPr>
          <a:xfrm>
            <a:off x="624416" y="200578"/>
            <a:ext cx="2497667" cy="317623"/>
            <a:chOff x="623973" y="199951"/>
            <a:chExt cx="2498760" cy="318600"/>
          </a:xfrm>
        </p:grpSpPr>
        <p:pic>
          <p:nvPicPr>
            <p:cNvPr id="256" name="Google Shape;256;p7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623973" y="199951"/>
              <a:ext cx="102960" cy="309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7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634413" y="329551"/>
              <a:ext cx="315000" cy="38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7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905133" y="340711"/>
              <a:ext cx="331920" cy="146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" name="Google Shape;259;p7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1274493" y="326311"/>
              <a:ext cx="118800" cy="112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7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1567173" y="361231"/>
              <a:ext cx="216720" cy="41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7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1888293" y="306511"/>
              <a:ext cx="455760" cy="132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7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2326053" y="295711"/>
              <a:ext cx="275760" cy="118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7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2653293" y="273391"/>
              <a:ext cx="469440" cy="245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4" name="Google Shape;264;p7"/>
          <p:cNvGrpSpPr/>
          <p:nvPr/>
        </p:nvGrpSpPr>
        <p:grpSpPr>
          <a:xfrm>
            <a:off x="586317" y="698999"/>
            <a:ext cx="1808690" cy="317729"/>
            <a:chOff x="585813" y="699271"/>
            <a:chExt cx="1809720" cy="316800"/>
          </a:xfrm>
        </p:grpSpPr>
        <p:pic>
          <p:nvPicPr>
            <p:cNvPr id="265" name="Google Shape;265;p7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585813" y="699271"/>
              <a:ext cx="345960" cy="31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7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1176213" y="835351"/>
              <a:ext cx="632520" cy="155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7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1763373" y="780991"/>
              <a:ext cx="7128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7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1966413" y="839311"/>
              <a:ext cx="429120" cy="1508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9" name="Google Shape;269;p7"/>
          <p:cNvGrpSpPr/>
          <p:nvPr/>
        </p:nvGrpSpPr>
        <p:grpSpPr>
          <a:xfrm>
            <a:off x="1734519" y="3418280"/>
            <a:ext cx="119068" cy="59538"/>
            <a:chOff x="1733853" y="3418711"/>
            <a:chExt cx="120240" cy="58680"/>
          </a:xfrm>
        </p:grpSpPr>
        <p:pic>
          <p:nvPicPr>
            <p:cNvPr id="270" name="Google Shape;270;p7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1733853" y="3418711"/>
              <a:ext cx="101880" cy="58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7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1831053" y="3454351"/>
              <a:ext cx="23040" cy="230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72" name="Google Shape;272;p7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657225" y="1841500"/>
            <a:ext cx="93662" cy="30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Proposition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dans le test</a:t>
            </a:r>
            <a:endParaRPr/>
          </a:p>
        </p:txBody>
      </p:sp>
      <p:sp>
        <p:nvSpPr>
          <p:cNvPr id="279" name="Google Shape;279;p8"/>
          <p:cNvSpPr txBox="1"/>
          <p:nvPr/>
        </p:nvSpPr>
        <p:spPr>
          <a:xfrm>
            <a:off x="2870200" y="1479550"/>
            <a:ext cx="3392487" cy="722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Booléen</a:t>
            </a:r>
            <a:endParaRPr/>
          </a:p>
        </p:txBody>
      </p:sp>
      <p:sp>
        <p:nvSpPr>
          <p:cNvPr id="280" name="Google Shape;280;p8"/>
          <p:cNvSpPr txBox="1"/>
          <p:nvPr/>
        </p:nvSpPr>
        <p:spPr>
          <a:xfrm>
            <a:off x="612775" y="3484562"/>
            <a:ext cx="2554287" cy="1443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</a:t>
            </a:r>
            <a:r>
              <a:rPr b="0" i="0" lang="en-US" sz="4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Expression</a:t>
            </a:r>
            <a:endParaRPr/>
          </a:p>
        </p:txBody>
      </p:sp>
      <p:sp>
        <p:nvSpPr>
          <p:cNvPr id="281" name="Google Shape;281;p8"/>
          <p:cNvSpPr txBox="1"/>
          <p:nvPr/>
        </p:nvSpPr>
        <p:spPr>
          <a:xfrm>
            <a:off x="5508625" y="3468687"/>
            <a:ext cx="2973387" cy="873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</a:t>
            </a:r>
            <a:endParaRPr/>
          </a:p>
        </p:txBody>
      </p:sp>
      <p:cxnSp>
        <p:nvCxnSpPr>
          <p:cNvPr id="282" name="Google Shape;282;p8"/>
          <p:cNvCxnSpPr/>
          <p:nvPr/>
        </p:nvCxnSpPr>
        <p:spPr>
          <a:xfrm flipH="1">
            <a:off x="1963737" y="2233612"/>
            <a:ext cx="1379537" cy="1244600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83" name="Google Shape;283;p8"/>
          <p:cNvCxnSpPr/>
          <p:nvPr/>
        </p:nvCxnSpPr>
        <p:spPr>
          <a:xfrm>
            <a:off x="4346575" y="2189162"/>
            <a:ext cx="1889125" cy="1258887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Condition</a:t>
            </a:r>
            <a:endParaRPr/>
          </a:p>
        </p:txBody>
      </p:sp>
      <p:sp>
        <p:nvSpPr>
          <p:cNvPr id="290" name="Google Shape;290;p9"/>
          <p:cNvSpPr txBox="1"/>
          <p:nvPr/>
        </p:nvSpPr>
        <p:spPr>
          <a:xfrm>
            <a:off x="233362" y="1074737"/>
            <a:ext cx="8507412" cy="246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 est une affirmation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Peut être VRAIE ou FAUSSE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Condition: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comparaison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Trois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éléments constituent une comparaison		</a:t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1560512" y="4606925"/>
            <a:ext cx="1108075" cy="1108075"/>
          </a:xfrm>
          <a:prstGeom prst="ellipse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5972175" y="4606925"/>
            <a:ext cx="1108075" cy="1108075"/>
          </a:xfrm>
          <a:prstGeom prst="ellipse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3762375" y="3762375"/>
            <a:ext cx="1333500" cy="869950"/>
          </a:xfrm>
          <a:prstGeom prst="rect">
            <a:avLst/>
          </a:prstGeom>
          <a:noFill/>
          <a:ln cap="flat" cmpd="sng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" name="Google Shape;294;p9"/>
          <p:cNvCxnSpPr/>
          <p:nvPr/>
        </p:nvCxnSpPr>
        <p:spPr>
          <a:xfrm flipH="1" rot="10800000">
            <a:off x="2668587" y="4181475"/>
            <a:ext cx="1079500" cy="79533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95" name="Google Shape;295;p9"/>
          <p:cNvCxnSpPr/>
          <p:nvPr/>
        </p:nvCxnSpPr>
        <p:spPr>
          <a:xfrm rot="10800000">
            <a:off x="5111750" y="4181475"/>
            <a:ext cx="974725" cy="64611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96" name="Google Shape;296;p9"/>
          <p:cNvSpPr txBox="1"/>
          <p:nvPr/>
        </p:nvSpPr>
        <p:spPr>
          <a:xfrm>
            <a:off x="1879600" y="4821237"/>
            <a:ext cx="407987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297" name="Google Shape;297;p9"/>
          <p:cNvSpPr txBox="1"/>
          <p:nvPr/>
        </p:nvSpPr>
        <p:spPr>
          <a:xfrm>
            <a:off x="6357937" y="4821237"/>
            <a:ext cx="395287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298" name="Google Shape;298;p9"/>
          <p:cNvSpPr txBox="1"/>
          <p:nvPr/>
        </p:nvSpPr>
        <p:spPr>
          <a:xfrm>
            <a:off x="4227512" y="3913187"/>
            <a:ext cx="40005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pic>
        <p:nvPicPr>
          <p:cNvPr id="299" name="Google Shape;29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75" y="2103437"/>
            <a:ext cx="684212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1937" y="2095500"/>
            <a:ext cx="874712" cy="1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2312" y="5394325"/>
            <a:ext cx="341312" cy="3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2250" y="5354637"/>
            <a:ext cx="347662" cy="6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3" name="Google Shape;303;p9"/>
          <p:cNvGrpSpPr/>
          <p:nvPr/>
        </p:nvGrpSpPr>
        <p:grpSpPr>
          <a:xfrm>
            <a:off x="5463110" y="3356489"/>
            <a:ext cx="2978692" cy="548248"/>
            <a:chOff x="5463813" y="3357151"/>
            <a:chExt cx="2977920" cy="547560"/>
          </a:xfrm>
        </p:grpSpPr>
        <p:pic>
          <p:nvPicPr>
            <p:cNvPr id="304" name="Google Shape;304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566053" y="3606271"/>
              <a:ext cx="465120" cy="227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463813" y="3675031"/>
              <a:ext cx="290520" cy="229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158973" y="3558391"/>
              <a:ext cx="196560" cy="133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" name="Google Shape;307;p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459573" y="3614551"/>
              <a:ext cx="63360" cy="25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526533" y="3520951"/>
              <a:ext cx="154440" cy="187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696453" y="3503671"/>
              <a:ext cx="542880" cy="145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288293" y="3513031"/>
              <a:ext cx="232560" cy="104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9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520133" y="3357151"/>
              <a:ext cx="65160" cy="29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9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531653" y="3496831"/>
              <a:ext cx="141120" cy="45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3" name="Google Shape;313;p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644693" y="3472351"/>
              <a:ext cx="715680" cy="149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p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8371893" y="3558391"/>
              <a:ext cx="69840" cy="2808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Condition</a:t>
            </a:r>
            <a:endParaRPr/>
          </a:p>
        </p:txBody>
      </p:sp>
      <p:sp>
        <p:nvSpPr>
          <p:cNvPr id="321" name="Google Shape;321;p10"/>
          <p:cNvSpPr txBox="1"/>
          <p:nvPr/>
        </p:nvSpPr>
        <p:spPr>
          <a:xfrm>
            <a:off x="233362" y="1584325"/>
            <a:ext cx="8674100" cy="385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 concerne que 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DEUX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valeurs du même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seul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opérateur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la condition en langage naturel comporte plus de deux valeurs et/ou plus d’un opérateur: Il faut la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reformuler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pour tenir des exigences de la comparaison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/>
          </a:p>
        </p:txBody>
      </p:sp>
      <p:pic>
        <p:nvPicPr>
          <p:cNvPr id="322" name="Google Shape;32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1837" y="3730625"/>
            <a:ext cx="1657350" cy="4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Opérateurs de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comparaison</a:t>
            </a:r>
            <a:endParaRPr/>
          </a:p>
        </p:txBody>
      </p:sp>
      <p:sp>
        <p:nvSpPr>
          <p:cNvPr id="329" name="Google Shape;329;p11"/>
          <p:cNvSpPr txBox="1"/>
          <p:nvPr/>
        </p:nvSpPr>
        <p:spPr>
          <a:xfrm>
            <a:off x="233362" y="1584325"/>
            <a:ext cx="5795962" cy="3717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égal à…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plus petit ou égal à…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plus grand ou égal à…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différent de…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strictement plus petit que…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strictement plus grand que… 		</a:t>
            </a:r>
            <a:endParaRPr/>
          </a:p>
        </p:txBody>
      </p:sp>
      <p:grpSp>
        <p:nvGrpSpPr>
          <p:cNvPr id="330" name="Google Shape;330;p11"/>
          <p:cNvGrpSpPr/>
          <p:nvPr/>
        </p:nvGrpSpPr>
        <p:grpSpPr>
          <a:xfrm>
            <a:off x="5218641" y="1709035"/>
            <a:ext cx="646642" cy="377642"/>
            <a:chOff x="5217933" y="1709431"/>
            <a:chExt cx="646920" cy="377640"/>
          </a:xfrm>
        </p:grpSpPr>
        <p:pic>
          <p:nvPicPr>
            <p:cNvPr id="331" name="Google Shape;331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17933" y="1725991"/>
              <a:ext cx="318960" cy="361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26453" y="1895191"/>
              <a:ext cx="338400" cy="166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39493" y="1709431"/>
              <a:ext cx="61200" cy="295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4" name="Google Shape;334;p11"/>
          <p:cNvGrpSpPr/>
          <p:nvPr/>
        </p:nvGrpSpPr>
        <p:grpSpPr>
          <a:xfrm>
            <a:off x="6431487" y="1661393"/>
            <a:ext cx="2697699" cy="619337"/>
            <a:chOff x="6431853" y="1661911"/>
            <a:chExt cx="2697840" cy="618120"/>
          </a:xfrm>
        </p:grpSpPr>
        <p:pic>
          <p:nvPicPr>
            <p:cNvPr id="335" name="Google Shape;335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06573" y="1661911"/>
              <a:ext cx="1023120" cy="400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431853" y="2042071"/>
              <a:ext cx="1452960" cy="2379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7" name="Google Shape;337;p11"/>
          <p:cNvGrpSpPr/>
          <p:nvPr/>
        </p:nvGrpSpPr>
        <p:grpSpPr>
          <a:xfrm>
            <a:off x="4830062" y="2813575"/>
            <a:ext cx="400223" cy="370064"/>
            <a:chOff x="4830213" y="2814271"/>
            <a:chExt cx="400320" cy="370080"/>
          </a:xfrm>
        </p:grpSpPr>
        <p:pic>
          <p:nvPicPr>
            <p:cNvPr id="338" name="Google Shape;338;p1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830213" y="2814271"/>
              <a:ext cx="292680" cy="370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1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020653" y="3053671"/>
              <a:ext cx="209880" cy="84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0" name="Google Shape;340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129013" y="2934871"/>
              <a:ext cx="65880" cy="248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1" name="Google Shape;341;p11"/>
          <p:cNvGrpSpPr/>
          <p:nvPr/>
        </p:nvGrpSpPr>
        <p:grpSpPr>
          <a:xfrm>
            <a:off x="5676195" y="2709155"/>
            <a:ext cx="3376794" cy="1254313"/>
            <a:chOff x="5676573" y="2709511"/>
            <a:chExt cx="3376080" cy="1253520"/>
          </a:xfrm>
        </p:grpSpPr>
        <p:pic>
          <p:nvPicPr>
            <p:cNvPr id="342" name="Google Shape;342;p1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712933" y="2880871"/>
              <a:ext cx="279000" cy="290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" name="Google Shape;343;p1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676573" y="2909311"/>
              <a:ext cx="324720" cy="244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1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300813" y="2716711"/>
              <a:ext cx="894960" cy="57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1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297653" y="2880871"/>
              <a:ext cx="229320" cy="15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1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331853" y="2709511"/>
              <a:ext cx="171720" cy="32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p11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818213" y="2800231"/>
              <a:ext cx="205560" cy="223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11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804533" y="2721751"/>
              <a:ext cx="157320" cy="167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1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8360373" y="2781151"/>
              <a:ext cx="222120" cy="25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1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408973" y="2765311"/>
              <a:ext cx="643680" cy="275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" name="Google Shape;351;p1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898573" y="3027391"/>
              <a:ext cx="96480" cy="39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" name="Google Shape;352;p1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6123693" y="3378391"/>
              <a:ext cx="212760" cy="584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3" name="Google Shape;353;p11"/>
          <p:cNvGrpSpPr/>
          <p:nvPr/>
        </p:nvGrpSpPr>
        <p:grpSpPr>
          <a:xfrm>
            <a:off x="5252345" y="4360175"/>
            <a:ext cx="901857" cy="325584"/>
            <a:chOff x="5251773" y="4359751"/>
            <a:chExt cx="902880" cy="326160"/>
          </a:xfrm>
        </p:grpSpPr>
        <p:pic>
          <p:nvPicPr>
            <p:cNvPr id="354" name="Google Shape;354;p1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293533" y="4448671"/>
              <a:ext cx="55080" cy="237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1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273733" y="4418791"/>
              <a:ext cx="266040" cy="60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11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5251773" y="4559191"/>
              <a:ext cx="298440" cy="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7" name="Google Shape;357;p11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5556333" y="4461271"/>
              <a:ext cx="22320" cy="33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11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5612133" y="4540471"/>
              <a:ext cx="201600" cy="92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11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5828133" y="4359751"/>
              <a:ext cx="326520" cy="273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" name="Google Shape;360;p11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6121533" y="4396111"/>
              <a:ext cx="28440" cy="26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1" name="Google Shape;361;p11"/>
          <p:cNvGrpSpPr/>
          <p:nvPr/>
        </p:nvGrpSpPr>
        <p:grpSpPr>
          <a:xfrm>
            <a:off x="1445513" y="156097"/>
            <a:ext cx="2893824" cy="1187632"/>
            <a:chOff x="1444773" y="156031"/>
            <a:chExt cx="2894760" cy="1187280"/>
          </a:xfrm>
        </p:grpSpPr>
        <p:pic>
          <p:nvPicPr>
            <p:cNvPr id="362" name="Google Shape;362;p11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1564293" y="734551"/>
              <a:ext cx="612000" cy="607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11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1444773" y="1197151"/>
              <a:ext cx="387360" cy="146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11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1818453" y="171511"/>
              <a:ext cx="149400" cy="164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11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1964973" y="181951"/>
              <a:ext cx="183600" cy="305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" name="Google Shape;366;p11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2146773" y="218671"/>
              <a:ext cx="424800" cy="141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7" name="Google Shape;367;p11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2556453" y="156031"/>
              <a:ext cx="297000" cy="270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8" name="Google Shape;368;p11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2731413" y="256831"/>
              <a:ext cx="150840" cy="45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11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2858133" y="262231"/>
              <a:ext cx="209880" cy="117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11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3019413" y="225511"/>
              <a:ext cx="628920" cy="135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1" name="Google Shape;371;p11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2305173" y="576151"/>
              <a:ext cx="181440" cy="16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2" name="Google Shape;372;p11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2474373" y="591271"/>
              <a:ext cx="253440" cy="129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11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2697573" y="480751"/>
              <a:ext cx="85680" cy="236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4" name="Google Shape;374;p11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2825373" y="480391"/>
              <a:ext cx="366120" cy="248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5" name="Google Shape;375;p11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3038853" y="580111"/>
              <a:ext cx="226800" cy="124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p11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3295893" y="532951"/>
              <a:ext cx="2052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p11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3339453" y="597391"/>
              <a:ext cx="112680" cy="113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" name="Google Shape;378;p11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3479853" y="611791"/>
              <a:ext cx="184320" cy="72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9" name="Google Shape;379;p11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3683613" y="449791"/>
              <a:ext cx="523440" cy="249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0" name="Google Shape;380;p11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4120653" y="532951"/>
              <a:ext cx="218880" cy="199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1" name="Google Shape;381;p11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3742653" y="183031"/>
              <a:ext cx="144360" cy="2084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2" name="Google Shape;382;p11"/>
          <p:cNvGrpSpPr/>
          <p:nvPr/>
        </p:nvGrpSpPr>
        <p:grpSpPr>
          <a:xfrm>
            <a:off x="2863150" y="1810663"/>
            <a:ext cx="600245" cy="163275"/>
            <a:chOff x="2862813" y="1810951"/>
            <a:chExt cx="600480" cy="163800"/>
          </a:xfrm>
        </p:grpSpPr>
        <p:pic>
          <p:nvPicPr>
            <p:cNvPr id="383" name="Google Shape;383;p11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2862813" y="1819591"/>
              <a:ext cx="206640" cy="3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4" name="Google Shape;384;p11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2869653" y="1932631"/>
              <a:ext cx="225360" cy="42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5" name="Google Shape;385;p11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3140373" y="1810951"/>
              <a:ext cx="269640" cy="3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6" name="Google Shape;386;p11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3215253" y="1920751"/>
              <a:ext cx="248040" cy="399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87" name="Google Shape;387;p11"/>
          <p:cNvGrpSpPr/>
          <p:nvPr/>
        </p:nvGrpSpPr>
        <p:grpSpPr>
          <a:xfrm>
            <a:off x="4360151" y="2345302"/>
            <a:ext cx="452273" cy="231873"/>
            <a:chOff x="4360053" y="2344831"/>
            <a:chExt cx="451800" cy="232920"/>
          </a:xfrm>
        </p:grpSpPr>
        <p:pic>
          <p:nvPicPr>
            <p:cNvPr id="388" name="Google Shape;388;p11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4360053" y="2344831"/>
              <a:ext cx="196200" cy="232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9" name="Google Shape;389;p11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4630413" y="2406391"/>
              <a:ext cx="118800" cy="2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11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4585053" y="2478751"/>
              <a:ext cx="226800" cy="3348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Condition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composée</a:t>
            </a:r>
            <a:endParaRPr/>
          </a:p>
        </p:txBody>
      </p:sp>
      <p:sp>
        <p:nvSpPr>
          <p:cNvPr id="397" name="Google Shape;397;p12"/>
          <p:cNvSpPr txBox="1"/>
          <p:nvPr/>
        </p:nvSpPr>
        <p:spPr>
          <a:xfrm>
            <a:off x="203200" y="1763712"/>
            <a:ext cx="8674100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la condition en langage naturel comporte plus de deux valeurs et/ou plus d’un opérateur: Il faut la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reformuler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pour tenir des exigences de la comparaison		</a:t>
            </a:r>
            <a:endParaRPr/>
          </a:p>
        </p:txBody>
      </p:sp>
      <p:sp>
        <p:nvSpPr>
          <p:cNvPr id="398" name="Google Shape;398;p12"/>
          <p:cNvSpPr txBox="1"/>
          <p:nvPr/>
        </p:nvSpPr>
        <p:spPr>
          <a:xfrm>
            <a:off x="469900" y="3957637"/>
            <a:ext cx="8120062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/>
          </a:p>
        </p:txBody>
      </p:sp>
      <p:sp>
        <p:nvSpPr>
          <p:cNvPr id="399" name="Google Shape;399;p12"/>
          <p:cNvSpPr txBox="1"/>
          <p:nvPr/>
        </p:nvSpPr>
        <p:spPr>
          <a:xfrm>
            <a:off x="469900" y="4048125"/>
            <a:ext cx="7610475" cy="1290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Exemple: Rabais est entre 10% et 20%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Condition: 0.10 &lt; Rabais&lt; 0.20	</a:t>
            </a:r>
            <a:endParaRPr/>
          </a:p>
        </p:txBody>
      </p:sp>
      <p:pic>
        <p:nvPicPr>
          <p:cNvPr id="400" name="Google Shape;40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9850" y="5116512"/>
            <a:ext cx="3025775" cy="1762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1" name="Google Shape;401;p12"/>
          <p:cNvGrpSpPr/>
          <p:nvPr/>
        </p:nvGrpSpPr>
        <p:grpSpPr>
          <a:xfrm>
            <a:off x="1185151" y="5413900"/>
            <a:ext cx="526886" cy="281165"/>
            <a:chOff x="1185213" y="5414551"/>
            <a:chExt cx="526320" cy="281160"/>
          </a:xfrm>
        </p:grpSpPr>
        <p:pic>
          <p:nvPicPr>
            <p:cNvPr id="402" name="Google Shape;40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85213" y="5414551"/>
              <a:ext cx="268200" cy="281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" name="Google Shape;403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69613" y="5569351"/>
              <a:ext cx="241920" cy="103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617573" y="5434351"/>
              <a:ext cx="50400" cy="385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5" name="Google Shape;405;p12"/>
          <p:cNvGrpSpPr/>
          <p:nvPr/>
        </p:nvGrpSpPr>
        <p:grpSpPr>
          <a:xfrm>
            <a:off x="1293120" y="6199719"/>
            <a:ext cx="893919" cy="256110"/>
            <a:chOff x="1292493" y="6199711"/>
            <a:chExt cx="894960" cy="256320"/>
          </a:xfrm>
        </p:grpSpPr>
        <p:pic>
          <p:nvPicPr>
            <p:cNvPr id="406" name="Google Shape;406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336413" y="6280711"/>
              <a:ext cx="106200" cy="155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7" name="Google Shape;407;p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292493" y="6199711"/>
              <a:ext cx="241560" cy="52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8" name="Google Shape;408;p1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341453" y="6313111"/>
              <a:ext cx="276840" cy="142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1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591293" y="6314911"/>
              <a:ext cx="282600" cy="83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1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900893" y="6210871"/>
              <a:ext cx="273240" cy="206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1" name="Google Shape;411;p1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157573" y="6234631"/>
              <a:ext cx="29880" cy="284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" name="Google Shape;412;p12"/>
          <p:cNvGrpSpPr/>
          <p:nvPr/>
        </p:nvGrpSpPr>
        <p:grpSpPr>
          <a:xfrm>
            <a:off x="2231321" y="5344047"/>
            <a:ext cx="4653142" cy="795521"/>
            <a:chOff x="2231733" y="5344711"/>
            <a:chExt cx="4652640" cy="795240"/>
          </a:xfrm>
        </p:grpSpPr>
        <p:pic>
          <p:nvPicPr>
            <p:cNvPr id="413" name="Google Shape;413;p1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231733" y="5435791"/>
              <a:ext cx="163440" cy="179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4" name="Google Shape;414;p1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598573" y="5556391"/>
              <a:ext cx="75960" cy="2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5" name="Google Shape;415;p12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801253" y="5398351"/>
              <a:ext cx="73080" cy="16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p1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930853" y="5465311"/>
              <a:ext cx="137520" cy="133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7" name="Google Shape;417;p12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262053" y="5420671"/>
              <a:ext cx="187920" cy="177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8" name="Google Shape;418;p12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614493" y="5430751"/>
              <a:ext cx="151920" cy="117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9" name="Google Shape;419;p1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764973" y="5454871"/>
              <a:ext cx="170640" cy="114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0" name="Google Shape;420;p12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918333" y="5377831"/>
              <a:ext cx="161640" cy="191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1" name="Google Shape;421;p12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4094013" y="5454871"/>
              <a:ext cx="269640" cy="116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12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4349973" y="5427871"/>
              <a:ext cx="27360" cy="33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3" name="Google Shape;423;p12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4429533" y="5432191"/>
              <a:ext cx="78840" cy="156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4" name="Google Shape;424;p12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4679013" y="5420671"/>
              <a:ext cx="148320" cy="171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5" name="Google Shape;425;p12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4993653" y="5417071"/>
              <a:ext cx="186840" cy="160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6" name="Google Shape;426;p12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5285253" y="5500231"/>
              <a:ext cx="7128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7" name="Google Shape;427;p12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5420613" y="5368471"/>
              <a:ext cx="311400" cy="194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8" name="Google Shape;428;p12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6022533" y="5344711"/>
              <a:ext cx="333360" cy="203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9" name="Google Shape;429;p12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6372813" y="5430751"/>
              <a:ext cx="511560" cy="133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0" name="Google Shape;430;p12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2374293" y="5804791"/>
              <a:ext cx="65880" cy="267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1" name="Google Shape;431;p12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2834013" y="5619031"/>
              <a:ext cx="2743920" cy="246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2" name="Google Shape;432;p12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4189773" y="5844751"/>
              <a:ext cx="710280" cy="192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12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4888533" y="5883631"/>
              <a:ext cx="318240" cy="256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12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5217573" y="5906311"/>
              <a:ext cx="232200" cy="76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p12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5393253" y="5759431"/>
              <a:ext cx="101880" cy="60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6" name="Google Shape;436;p12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5386413" y="5857351"/>
              <a:ext cx="222840" cy="115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Condition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composée</a:t>
            </a:r>
            <a:endParaRPr/>
          </a:p>
        </p:txBody>
      </p:sp>
      <p:sp>
        <p:nvSpPr>
          <p:cNvPr id="443" name="Google Shape;443;p13"/>
          <p:cNvSpPr txBox="1"/>
          <p:nvPr/>
        </p:nvSpPr>
        <p:spPr>
          <a:xfrm>
            <a:off x="469900" y="3957637"/>
            <a:ext cx="8120062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/>
          </a:p>
        </p:txBody>
      </p:sp>
      <p:sp>
        <p:nvSpPr>
          <p:cNvPr id="444" name="Google Shape;444;p13"/>
          <p:cNvSpPr txBox="1"/>
          <p:nvPr/>
        </p:nvSpPr>
        <p:spPr>
          <a:xfrm>
            <a:off x="739775" y="1665287"/>
            <a:ext cx="7610475" cy="1290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Exemple: Rabais est entre 10% et 20%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Condition: 0.10 &lt; Rabais&lt; 0.20	</a:t>
            </a:r>
            <a:endParaRPr/>
          </a:p>
        </p:txBody>
      </p:sp>
      <p:sp>
        <p:nvSpPr>
          <p:cNvPr id="445" name="Google Shape;445;p13"/>
          <p:cNvSpPr txBox="1"/>
          <p:nvPr/>
        </p:nvSpPr>
        <p:spPr>
          <a:xfrm>
            <a:off x="6307137" y="2320925"/>
            <a:ext cx="2573337" cy="1081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valeurs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2opérateurs 	</a:t>
            </a:r>
            <a:endParaRPr/>
          </a:p>
        </p:txBody>
      </p:sp>
      <p:sp>
        <p:nvSpPr>
          <p:cNvPr id="446" name="Google Shape;446;p13"/>
          <p:cNvSpPr txBox="1"/>
          <p:nvPr/>
        </p:nvSpPr>
        <p:spPr>
          <a:xfrm>
            <a:off x="881062" y="3575050"/>
            <a:ext cx="7610475" cy="2295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Reformuler en 2 conditions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 1: 0.10 &lt; Rabais   	BOOLÉEN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 2: Rabais&lt; 0.20 		BOOLÉEN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Joindre avec un opérateur booléen: </a:t>
            </a: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</a:t>
            </a:r>
            <a:endParaRPr/>
          </a:p>
        </p:txBody>
      </p:sp>
      <p:cxnSp>
        <p:nvCxnSpPr>
          <p:cNvPr id="447" name="Google Shape;447;p13"/>
          <p:cNvCxnSpPr/>
          <p:nvPr/>
        </p:nvCxnSpPr>
        <p:spPr>
          <a:xfrm rot="10800000">
            <a:off x="5561012" y="4467225"/>
            <a:ext cx="795337" cy="0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448" name="Google Shape;448;p13"/>
          <p:cNvCxnSpPr/>
          <p:nvPr/>
        </p:nvCxnSpPr>
        <p:spPr>
          <a:xfrm rot="10800000">
            <a:off x="5537200" y="5086350"/>
            <a:ext cx="795337" cy="0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grpSp>
        <p:nvGrpSpPr>
          <p:cNvPr id="449" name="Google Shape;449;p13"/>
          <p:cNvGrpSpPr/>
          <p:nvPr/>
        </p:nvGrpSpPr>
        <p:grpSpPr>
          <a:xfrm>
            <a:off x="394557" y="156483"/>
            <a:ext cx="426912" cy="382717"/>
            <a:chOff x="395373" y="156031"/>
            <a:chExt cx="425520" cy="383760"/>
          </a:xfrm>
        </p:grpSpPr>
        <p:pic>
          <p:nvPicPr>
            <p:cNvPr id="450" name="Google Shape;45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5373" y="156031"/>
              <a:ext cx="279360" cy="383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1" name="Google Shape;451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7893" y="419191"/>
              <a:ext cx="243000" cy="94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2" name="Google Shape;452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3413" y="284551"/>
              <a:ext cx="38880" cy="2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3" name="Google Shape;453;p13"/>
          <p:cNvGrpSpPr/>
          <p:nvPr/>
        </p:nvGrpSpPr>
        <p:grpSpPr>
          <a:xfrm>
            <a:off x="1243900" y="224738"/>
            <a:ext cx="2128649" cy="268433"/>
            <a:chOff x="1243533" y="224791"/>
            <a:chExt cx="2129400" cy="268920"/>
          </a:xfrm>
        </p:grpSpPr>
        <p:pic>
          <p:nvPicPr>
            <p:cNvPr id="454" name="Google Shape;454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43533" y="307231"/>
              <a:ext cx="173880" cy="163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5" name="Google Shape;455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489773" y="348991"/>
              <a:ext cx="25920" cy="23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6" name="Google Shape;456;p1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571133" y="228031"/>
              <a:ext cx="137520" cy="213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7" name="Google Shape;457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732773" y="320551"/>
              <a:ext cx="149040" cy="118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p1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007813" y="284551"/>
              <a:ext cx="194040" cy="209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9" name="Google Shape;459;p1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349813" y="316591"/>
              <a:ext cx="106200" cy="128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0" name="Google Shape;460;p1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508933" y="224791"/>
              <a:ext cx="703800" cy="24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1" name="Google Shape;461;p1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185733" y="252871"/>
              <a:ext cx="38160" cy="2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2" name="Google Shape;462;p13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270333" y="273031"/>
              <a:ext cx="102600" cy="18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3" name="Google Shape;463;p13"/>
          <p:cNvGrpSpPr/>
          <p:nvPr/>
        </p:nvGrpSpPr>
        <p:grpSpPr>
          <a:xfrm>
            <a:off x="1137540" y="778706"/>
            <a:ext cx="1226946" cy="233650"/>
            <a:chOff x="1137333" y="779551"/>
            <a:chExt cx="1227600" cy="232200"/>
          </a:xfrm>
        </p:grpSpPr>
        <p:pic>
          <p:nvPicPr>
            <p:cNvPr id="464" name="Google Shape;464;p1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1137333" y="858751"/>
              <a:ext cx="235800" cy="129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5" name="Google Shape;465;p13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368813" y="779551"/>
              <a:ext cx="996120" cy="232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6" name="Google Shape;466;p13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065413" y="781351"/>
              <a:ext cx="38880" cy="2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7" name="Google Shape;467;p13"/>
          <p:cNvGrpSpPr/>
          <p:nvPr/>
        </p:nvGrpSpPr>
        <p:grpSpPr>
          <a:xfrm>
            <a:off x="2584975" y="711740"/>
            <a:ext cx="1079678" cy="257322"/>
            <a:chOff x="2584533" y="711151"/>
            <a:chExt cx="1079640" cy="257760"/>
          </a:xfrm>
        </p:grpSpPr>
        <p:pic>
          <p:nvPicPr>
            <p:cNvPr id="468" name="Google Shape;468;p13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584533" y="814831"/>
              <a:ext cx="172800" cy="152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9" name="Google Shape;469;p13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2868573" y="796471"/>
              <a:ext cx="182520" cy="172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13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140373" y="860191"/>
              <a:ext cx="43920" cy="4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1" name="Google Shape;471;p13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3275733" y="711151"/>
              <a:ext cx="285840" cy="224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2" name="Google Shape;472;p13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3530613" y="814111"/>
              <a:ext cx="133560" cy="1069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3" name="Google Shape;473;p13"/>
          <p:cNvGrpSpPr/>
          <p:nvPr/>
        </p:nvGrpSpPr>
        <p:grpSpPr>
          <a:xfrm>
            <a:off x="4145835" y="660918"/>
            <a:ext cx="949165" cy="264075"/>
            <a:chOff x="4146573" y="660751"/>
            <a:chExt cx="947880" cy="263880"/>
          </a:xfrm>
        </p:grpSpPr>
        <p:pic>
          <p:nvPicPr>
            <p:cNvPr id="474" name="Google Shape;474;p13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4146573" y="660751"/>
              <a:ext cx="335520" cy="239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5" name="Google Shape;475;p13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4505133" y="760831"/>
              <a:ext cx="589320" cy="1638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76" name="Google Shape;476;p1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1857375" y="1085850"/>
            <a:ext cx="217487" cy="349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7" name="Google Shape;477;p13"/>
          <p:cNvGrpSpPr/>
          <p:nvPr/>
        </p:nvGrpSpPr>
        <p:grpSpPr>
          <a:xfrm>
            <a:off x="477140" y="1456281"/>
            <a:ext cx="938381" cy="282714"/>
            <a:chOff x="476373" y="1455631"/>
            <a:chExt cx="938880" cy="283320"/>
          </a:xfrm>
        </p:grpSpPr>
        <p:pic>
          <p:nvPicPr>
            <p:cNvPr id="478" name="Google Shape;478;p13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499053" y="1548511"/>
              <a:ext cx="96840" cy="190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9" name="Google Shape;479;p13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494733" y="1455631"/>
              <a:ext cx="231480" cy="43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0" name="Google Shape;480;p13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476373" y="1593871"/>
              <a:ext cx="353880" cy="119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1" name="Google Shape;481;p13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814773" y="1571191"/>
              <a:ext cx="2268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2" name="Google Shape;482;p13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950493" y="1627711"/>
              <a:ext cx="185040" cy="84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3" name="Google Shape;483;p13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1134453" y="1469671"/>
              <a:ext cx="280800" cy="245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4" name="Google Shape;484;p13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1320213" y="1503511"/>
              <a:ext cx="24120" cy="36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5" name="Google Shape;485;p13"/>
          <p:cNvGrpSpPr/>
          <p:nvPr/>
        </p:nvGrpSpPr>
        <p:grpSpPr>
          <a:xfrm>
            <a:off x="3662885" y="-15357"/>
            <a:ext cx="3413667" cy="611378"/>
            <a:chOff x="3663093" y="-14609"/>
            <a:chExt cx="3412800" cy="610920"/>
          </a:xfrm>
        </p:grpSpPr>
        <p:pic>
          <p:nvPicPr>
            <p:cNvPr id="486" name="Google Shape;486;p13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3897093" y="216511"/>
              <a:ext cx="238320" cy="245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7" name="Google Shape;487;p13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3884493" y="159631"/>
              <a:ext cx="162000" cy="63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8" name="Google Shape;488;p13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3840213" y="291391"/>
              <a:ext cx="242640" cy="54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9" name="Google Shape;489;p13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4133613" y="182311"/>
              <a:ext cx="299520" cy="52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0" name="Google Shape;490;p13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4289853" y="205351"/>
              <a:ext cx="87480" cy="20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1" name="Google Shape;491;p13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3663093" y="35431"/>
              <a:ext cx="928800" cy="560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p13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4563093" y="246031"/>
              <a:ext cx="535320" cy="44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p13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4958013" y="182311"/>
              <a:ext cx="252000" cy="140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p13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5397933" y="-14609"/>
              <a:ext cx="829080" cy="384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p13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6153933" y="90871"/>
              <a:ext cx="59400" cy="53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p13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6239253" y="114991"/>
              <a:ext cx="219240" cy="24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7" name="Google Shape;497;p13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6481173" y="137671"/>
              <a:ext cx="484920" cy="109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8" name="Google Shape;498;p13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7011453" y="239191"/>
              <a:ext cx="64440" cy="244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99" name="Google Shape;499;p13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7010400" y="5827712"/>
            <a:ext cx="333375" cy="6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0" name="Google Shape;500;p13"/>
          <p:cNvGrpSpPr/>
          <p:nvPr/>
        </p:nvGrpSpPr>
        <p:grpSpPr>
          <a:xfrm>
            <a:off x="1629671" y="5903187"/>
            <a:ext cx="877684" cy="304664"/>
            <a:chOff x="1629093" y="5903791"/>
            <a:chExt cx="878760" cy="303840"/>
          </a:xfrm>
        </p:grpSpPr>
        <p:pic>
          <p:nvPicPr>
            <p:cNvPr id="501" name="Google Shape;501;p13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1629093" y="5938711"/>
              <a:ext cx="365400" cy="268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2" name="Google Shape;502;p13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2137773" y="5903791"/>
              <a:ext cx="370080" cy="2926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3" name="Google Shape;503;p13"/>
          <p:cNvGrpSpPr/>
          <p:nvPr/>
        </p:nvGrpSpPr>
        <p:grpSpPr>
          <a:xfrm>
            <a:off x="3298124" y="5929865"/>
            <a:ext cx="836785" cy="287819"/>
            <a:chOff x="3297333" y="5929351"/>
            <a:chExt cx="837000" cy="288720"/>
          </a:xfrm>
        </p:grpSpPr>
        <p:pic>
          <p:nvPicPr>
            <p:cNvPr id="504" name="Google Shape;504;p13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3297333" y="5990911"/>
              <a:ext cx="87840" cy="227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5" name="Google Shape;505;p13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3359613" y="5931871"/>
              <a:ext cx="272160" cy="26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6" name="Google Shape;506;p13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3663453" y="6051391"/>
              <a:ext cx="152280" cy="123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7" name="Google Shape;507;p13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3964413" y="5974351"/>
              <a:ext cx="54360" cy="194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8" name="Google Shape;508;p13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3803493" y="5929351"/>
              <a:ext cx="330840" cy="73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Tests 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plusieurs voies</a:t>
            </a:r>
            <a:endParaRPr/>
          </a:p>
        </p:txBody>
      </p:sp>
      <p:sp>
        <p:nvSpPr>
          <p:cNvPr id="515" name="Google Shape;515;p14"/>
          <p:cNvSpPr txBox="1"/>
          <p:nvPr/>
        </p:nvSpPr>
        <p:spPr>
          <a:xfrm>
            <a:off x="469900" y="3957637"/>
            <a:ext cx="8120062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/>
          </a:p>
        </p:txBody>
      </p:sp>
      <p:sp>
        <p:nvSpPr>
          <p:cNvPr id="516" name="Google Shape;516;p14"/>
          <p:cNvSpPr txBox="1"/>
          <p:nvPr/>
        </p:nvSpPr>
        <p:spPr>
          <a:xfrm>
            <a:off x="666750" y="1498600"/>
            <a:ext cx="7924800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Tests successifs sur une même valeur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Plusieurs valeurs de comparaison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Exemple: rabais basé sur nombre d’articles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Si nombrearticles &lt;5 Alors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………………………..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Finsi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nombrearticles &gt;= 5 ET nombrearticles &lt; 10 Alors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………………………..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Finsi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Si nombrearticles &gt;= 10  Alors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………………………..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Finsi</a:t>
            </a:r>
            <a:endParaRPr/>
          </a:p>
        </p:txBody>
      </p:sp>
      <p:sp>
        <p:nvSpPr>
          <p:cNvPr id="517" name="Google Shape;517;p14"/>
          <p:cNvSpPr txBox="1"/>
          <p:nvPr/>
        </p:nvSpPr>
        <p:spPr>
          <a:xfrm>
            <a:off x="6291262" y="3835400"/>
            <a:ext cx="2573337" cy="1081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Correct mais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???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</a:t>
            </a:r>
            <a:endParaRPr/>
          </a:p>
        </p:txBody>
      </p:sp>
      <p:grpSp>
        <p:nvGrpSpPr>
          <p:cNvPr id="518" name="Google Shape;518;p14"/>
          <p:cNvGrpSpPr/>
          <p:nvPr/>
        </p:nvGrpSpPr>
        <p:grpSpPr>
          <a:xfrm>
            <a:off x="103713" y="40201"/>
            <a:ext cx="4034013" cy="940010"/>
            <a:chOff x="103938" y="40724"/>
            <a:chExt cx="4034520" cy="938892"/>
          </a:xfrm>
        </p:grpSpPr>
        <p:pic>
          <p:nvPicPr>
            <p:cNvPr id="519" name="Google Shape;519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5938" y="414044"/>
              <a:ext cx="3692520" cy="121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0" name="Google Shape;520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0338" y="367244"/>
              <a:ext cx="51480" cy="24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1" name="Google Shape;521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3778" y="710671"/>
              <a:ext cx="380160" cy="2689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2" name="Google Shape;522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893072" y="394964"/>
              <a:ext cx="67090" cy="2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3" name="Google Shape;523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818978" y="682964"/>
              <a:ext cx="82800" cy="222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4" name="Google Shape;524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927338" y="731590"/>
              <a:ext cx="249840" cy="1399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5" name="Google Shape;525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3938" y="91844"/>
              <a:ext cx="173520" cy="188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6" name="Google Shape;526;p1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22818" y="83204"/>
              <a:ext cx="122760" cy="54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7" name="Google Shape;527;p1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18516" y="40724"/>
              <a:ext cx="192564" cy="283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8" name="Google Shape;528;p1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67538" y="213164"/>
              <a:ext cx="112680" cy="7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9" name="Google Shape;529;p1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221393" y="123164"/>
              <a:ext cx="237571" cy="205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0" name="Google Shape;530;p1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442058" y="82555"/>
              <a:ext cx="170640" cy="62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1" name="Google Shape;531;p1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1544658" y="52244"/>
              <a:ext cx="170640" cy="336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2" name="Google Shape;532;p1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593978" y="323684"/>
              <a:ext cx="114840" cy="568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3" name="Google Shape;533;p14"/>
          <p:cNvGrpSpPr/>
          <p:nvPr/>
        </p:nvGrpSpPr>
        <p:grpSpPr>
          <a:xfrm>
            <a:off x="2584977" y="44971"/>
            <a:ext cx="801860" cy="336734"/>
            <a:chOff x="2585418" y="44324"/>
            <a:chExt cx="802080" cy="336600"/>
          </a:xfrm>
        </p:grpSpPr>
        <p:pic>
          <p:nvPicPr>
            <p:cNvPr id="534" name="Google Shape;534;p1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585418" y="72044"/>
              <a:ext cx="240840" cy="23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5" name="Google Shape;535;p1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791002" y="190800"/>
              <a:ext cx="152953" cy="918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6" name="Google Shape;536;p1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050204" y="100844"/>
              <a:ext cx="142869" cy="694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7" name="Google Shape;537;p14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032178" y="44324"/>
              <a:ext cx="277200" cy="336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8" name="Google Shape;538;p1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3215778" y="257804"/>
              <a:ext cx="171720" cy="867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9" name="Google Shape;539;p14"/>
          <p:cNvGrpSpPr/>
          <p:nvPr/>
        </p:nvGrpSpPr>
        <p:grpSpPr>
          <a:xfrm>
            <a:off x="76726" y="3199334"/>
            <a:ext cx="663750" cy="3003728"/>
            <a:chOff x="77298" y="3199000"/>
            <a:chExt cx="663840" cy="3004204"/>
          </a:xfrm>
        </p:grpSpPr>
        <p:pic>
          <p:nvPicPr>
            <p:cNvPr id="540" name="Google Shape;540;p14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42058" y="3199000"/>
              <a:ext cx="199080" cy="8791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1" name="Google Shape;541;p1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14338" y="4195120"/>
              <a:ext cx="172440" cy="9007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2" name="Google Shape;542;p14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444858" y="5181164"/>
              <a:ext cx="241560" cy="1022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3" name="Google Shape;543;p14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229578" y="3321044"/>
              <a:ext cx="65520" cy="197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4" name="Google Shape;544;p14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96748" y="3278934"/>
              <a:ext cx="356381" cy="343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5" name="Google Shape;545;p14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172338" y="4369364"/>
              <a:ext cx="187920" cy="194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6" name="Google Shape;546;p14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92778" y="4277564"/>
              <a:ext cx="437760" cy="400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7" name="Google Shape;547;p14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204018" y="5536844"/>
              <a:ext cx="173520" cy="215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8" name="Google Shape;548;p14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77298" y="5386012"/>
              <a:ext cx="386280" cy="4442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49" name="Google Shape;549;p14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685800" y="4419600"/>
            <a:ext cx="157162" cy="247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0" name="Google Shape;550;p14"/>
          <p:cNvGrpSpPr/>
          <p:nvPr/>
        </p:nvGrpSpPr>
        <p:grpSpPr>
          <a:xfrm>
            <a:off x="5053535" y="3218374"/>
            <a:ext cx="619305" cy="501853"/>
            <a:chOff x="5054298" y="3218804"/>
            <a:chExt cx="619200" cy="501120"/>
          </a:xfrm>
        </p:grpSpPr>
        <p:pic>
          <p:nvPicPr>
            <p:cNvPr id="551" name="Google Shape;551;p14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5246553" y="3339750"/>
              <a:ext cx="231090" cy="2473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2" name="Google Shape;552;p14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5054298" y="3218804"/>
              <a:ext cx="619200" cy="5011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3" name="Google Shape;553;p14"/>
          <p:cNvGrpSpPr/>
          <p:nvPr/>
        </p:nvGrpSpPr>
        <p:grpSpPr>
          <a:xfrm>
            <a:off x="4474091" y="4672527"/>
            <a:ext cx="1706745" cy="393905"/>
            <a:chOff x="4473965" y="4673204"/>
            <a:chExt cx="1707493" cy="393489"/>
          </a:xfrm>
        </p:grpSpPr>
        <p:pic>
          <p:nvPicPr>
            <p:cNvPr id="554" name="Google Shape;554;p14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4473965" y="4704515"/>
              <a:ext cx="265346" cy="3621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5" name="Google Shape;555;p14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4698258" y="4827284"/>
              <a:ext cx="518760" cy="172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6" name="Google Shape;556;p14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5096160" y="4783499"/>
              <a:ext cx="48760" cy="32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7" name="Google Shape;557;p14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5272818" y="4848164"/>
              <a:ext cx="245520" cy="156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8" name="Google Shape;558;p14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5763498" y="4673204"/>
              <a:ext cx="417960" cy="3787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9" name="Google Shape;559;p14"/>
          <p:cNvGrpSpPr/>
          <p:nvPr/>
        </p:nvGrpSpPr>
        <p:grpSpPr>
          <a:xfrm>
            <a:off x="4823368" y="5220193"/>
            <a:ext cx="624029" cy="392353"/>
            <a:chOff x="4822823" y="5220764"/>
            <a:chExt cx="624950" cy="390960"/>
          </a:xfrm>
        </p:grpSpPr>
        <p:pic>
          <p:nvPicPr>
            <p:cNvPr id="560" name="Google Shape;560;p14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4822823" y="5220764"/>
              <a:ext cx="624950" cy="390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1" name="Google Shape;561;p14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5398818" y="5260364"/>
              <a:ext cx="42480" cy="421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2" name="Google Shape;562;p14"/>
          <p:cNvGrpSpPr/>
          <p:nvPr/>
        </p:nvGrpSpPr>
        <p:grpSpPr>
          <a:xfrm>
            <a:off x="4704292" y="5766298"/>
            <a:ext cx="1046335" cy="335167"/>
            <a:chOff x="4704018" y="5766496"/>
            <a:chExt cx="1046884" cy="335188"/>
          </a:xfrm>
        </p:grpSpPr>
        <p:pic>
          <p:nvPicPr>
            <p:cNvPr id="563" name="Google Shape;563;p14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4704018" y="5766496"/>
              <a:ext cx="913320" cy="1346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4" name="Google Shape;564;p14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4773855" y="5953724"/>
              <a:ext cx="977047" cy="1479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5" name="Google Shape;565;p14"/>
          <p:cNvGrpSpPr/>
          <p:nvPr/>
        </p:nvGrpSpPr>
        <p:grpSpPr>
          <a:xfrm>
            <a:off x="4845577" y="612086"/>
            <a:ext cx="2051583" cy="341462"/>
            <a:chOff x="4844973" y="611791"/>
            <a:chExt cx="2052000" cy="342000"/>
          </a:xfrm>
        </p:grpSpPr>
        <p:pic>
          <p:nvPicPr>
            <p:cNvPr id="566" name="Google Shape;566;p14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4844973" y="693871"/>
              <a:ext cx="401040" cy="1810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7" name="Google Shape;567;p14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5287053" y="702151"/>
              <a:ext cx="164520" cy="159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8" name="Google Shape;568;p14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5589813" y="611791"/>
              <a:ext cx="61200" cy="233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9" name="Google Shape;569;p14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5716533" y="611791"/>
              <a:ext cx="60840" cy="278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0" name="Google Shape;570;p14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5691693" y="702151"/>
              <a:ext cx="217080" cy="169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1" name="Google Shape;571;p14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6019293" y="778831"/>
              <a:ext cx="159480" cy="54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2" name="Google Shape;572;p14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6201093" y="741031"/>
              <a:ext cx="295200" cy="134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3" name="Google Shape;573;p14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6508173" y="747511"/>
              <a:ext cx="193320" cy="104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4" name="Google Shape;574;p14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6685653" y="740311"/>
              <a:ext cx="211320" cy="2134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75" name="Google Shape;575;p14"/>
          <p:cNvPicPr preferRelativeResize="0"/>
          <p:nvPr/>
        </p:nvPicPr>
        <p:blipFill rotWithShape="1">
          <a:blip r:embed="rId52">
            <a:alphaModFix/>
          </a:blip>
          <a:srcRect b="0" l="0" r="0" t="0"/>
          <a:stretch/>
        </p:blipFill>
        <p:spPr>
          <a:xfrm>
            <a:off x="193675" y="984250"/>
            <a:ext cx="3717925" cy="341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14"/>
          <p:cNvPicPr preferRelativeResize="0"/>
          <p:nvPr/>
        </p:nvPicPr>
        <p:blipFill rotWithShape="1">
          <a:blip r:embed="rId53">
            <a:alphaModFix/>
          </a:blip>
          <a:srcRect b="0" l="0" r="0" t="0"/>
          <a:stretch/>
        </p:blipFill>
        <p:spPr>
          <a:xfrm>
            <a:off x="1069975" y="3513137"/>
            <a:ext cx="1355725" cy="841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7" name="Google Shape;577;p14"/>
          <p:cNvGrpSpPr/>
          <p:nvPr/>
        </p:nvGrpSpPr>
        <p:grpSpPr>
          <a:xfrm>
            <a:off x="1062915" y="4731283"/>
            <a:ext cx="635191" cy="63661"/>
            <a:chOff x="1063173" y="4731991"/>
            <a:chExt cx="634680" cy="63720"/>
          </a:xfrm>
        </p:grpSpPr>
        <p:pic>
          <p:nvPicPr>
            <p:cNvPr id="578" name="Google Shape;578;p14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1063173" y="4766191"/>
              <a:ext cx="254160" cy="2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9" name="Google Shape;579;p14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1446933" y="4754671"/>
              <a:ext cx="31320" cy="23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0" name="Google Shape;580;p14"/>
            <p:cNvPicPr preferRelativeResize="0"/>
            <p:nvPr/>
          </p:nvPicPr>
          <p:blipFill rotWithShape="1">
            <a:blip r:embed="rId56">
              <a:alphaModFix/>
            </a:blip>
            <a:srcRect b="0" l="0" r="0" t="0"/>
            <a:stretch/>
          </p:blipFill>
          <p:spPr>
            <a:xfrm>
              <a:off x="1559973" y="4739191"/>
              <a:ext cx="24840" cy="22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1" name="Google Shape;581;p14"/>
            <p:cNvPicPr preferRelativeResize="0"/>
            <p:nvPr/>
          </p:nvPicPr>
          <p:blipFill rotWithShape="1">
            <a:blip r:embed="rId57">
              <a:alphaModFix/>
            </a:blip>
            <a:srcRect b="0" l="0" r="0" t="0"/>
            <a:stretch/>
          </p:blipFill>
          <p:spPr>
            <a:xfrm>
              <a:off x="1616493" y="4731991"/>
              <a:ext cx="81360" cy="295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82" name="Google Shape;582;p14"/>
          <p:cNvPicPr preferRelativeResize="0"/>
          <p:nvPr/>
        </p:nvPicPr>
        <p:blipFill rotWithShape="1">
          <a:blip r:embed="rId58">
            <a:alphaModFix/>
          </a:blip>
          <a:srcRect b="0" l="0" r="0" t="0"/>
          <a:stretch/>
        </p:blipFill>
        <p:spPr>
          <a:xfrm>
            <a:off x="2360612" y="4608512"/>
            <a:ext cx="201612" cy="32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14"/>
          <p:cNvPicPr preferRelativeResize="0"/>
          <p:nvPr/>
        </p:nvPicPr>
        <p:blipFill rotWithShape="1">
          <a:blip r:embed="rId59">
            <a:alphaModFix/>
          </a:blip>
          <a:srcRect b="0" l="0" r="0" t="0"/>
          <a:stretch/>
        </p:blipFill>
        <p:spPr>
          <a:xfrm>
            <a:off x="1130300" y="5092700"/>
            <a:ext cx="47625" cy="4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14"/>
          <p:cNvPicPr preferRelativeResize="0"/>
          <p:nvPr/>
        </p:nvPicPr>
        <p:blipFill rotWithShape="1">
          <a:blip r:embed="rId60">
            <a:alphaModFix/>
          </a:blip>
          <a:srcRect b="0" l="0" r="0" t="0"/>
          <a:stretch/>
        </p:blipFill>
        <p:spPr>
          <a:xfrm>
            <a:off x="2705100" y="4684712"/>
            <a:ext cx="328612" cy="166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14"/>
          <p:cNvPicPr preferRelativeResize="0"/>
          <p:nvPr/>
        </p:nvPicPr>
        <p:blipFill rotWithShape="1">
          <a:blip r:embed="rId61">
            <a:alphaModFix/>
          </a:blip>
          <a:srcRect b="0" l="0" r="0" t="0"/>
          <a:stretch/>
        </p:blipFill>
        <p:spPr>
          <a:xfrm>
            <a:off x="849312" y="5151437"/>
            <a:ext cx="369887" cy="39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14"/>
          <p:cNvPicPr preferRelativeResize="0"/>
          <p:nvPr/>
        </p:nvPicPr>
        <p:blipFill rotWithShape="1">
          <a:blip r:embed="rId62">
            <a:alphaModFix/>
          </a:blip>
          <a:srcRect b="0" l="0" r="0" t="0"/>
          <a:stretch/>
        </p:blipFill>
        <p:spPr>
          <a:xfrm>
            <a:off x="3524250" y="5229225"/>
            <a:ext cx="312737" cy="1114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7" name="Google Shape;587;p14"/>
          <p:cNvGrpSpPr/>
          <p:nvPr/>
        </p:nvGrpSpPr>
        <p:grpSpPr>
          <a:xfrm>
            <a:off x="2454793" y="3681946"/>
            <a:ext cx="408178" cy="266860"/>
            <a:chOff x="2454933" y="3681871"/>
            <a:chExt cx="407880" cy="267120"/>
          </a:xfrm>
        </p:grpSpPr>
        <p:pic>
          <p:nvPicPr>
            <p:cNvPr id="588" name="Google Shape;588;p14"/>
            <p:cNvPicPr preferRelativeResize="0"/>
            <p:nvPr/>
          </p:nvPicPr>
          <p:blipFill rotWithShape="1">
            <a:blip r:embed="rId63">
              <a:alphaModFix/>
            </a:blip>
            <a:srcRect b="0" l="0" r="0" t="0"/>
            <a:stretch/>
          </p:blipFill>
          <p:spPr>
            <a:xfrm>
              <a:off x="2454933" y="3681871"/>
              <a:ext cx="92880" cy="267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9" name="Google Shape;589;p14"/>
            <p:cNvPicPr preferRelativeResize="0"/>
            <p:nvPr/>
          </p:nvPicPr>
          <p:blipFill rotWithShape="1">
            <a:blip r:embed="rId64">
              <a:alphaModFix/>
            </a:blip>
            <a:srcRect b="0" l="0" r="0" t="0"/>
            <a:stretch/>
          </p:blipFill>
          <p:spPr>
            <a:xfrm>
              <a:off x="2644653" y="3716071"/>
              <a:ext cx="218160" cy="1702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90" name="Google Shape;590;p14"/>
          <p:cNvPicPr preferRelativeResize="0"/>
          <p:nvPr/>
        </p:nvPicPr>
        <p:blipFill rotWithShape="1">
          <a:blip r:embed="rId65">
            <a:alphaModFix/>
          </a:blip>
          <a:srcRect b="0" l="0" r="0" t="0"/>
          <a:stretch/>
        </p:blipFill>
        <p:spPr>
          <a:xfrm>
            <a:off x="869950" y="4508500"/>
            <a:ext cx="23812" cy="26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14"/>
          <p:cNvPicPr preferRelativeResize="0"/>
          <p:nvPr/>
        </p:nvPicPr>
        <p:blipFill rotWithShape="1">
          <a:blip r:embed="rId66">
            <a:alphaModFix/>
          </a:blip>
          <a:srcRect b="0" l="0" r="0" t="0"/>
          <a:stretch/>
        </p:blipFill>
        <p:spPr>
          <a:xfrm>
            <a:off x="892175" y="5567362"/>
            <a:ext cx="26987" cy="2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Tests 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plusieurs voies</a:t>
            </a:r>
            <a:endParaRPr/>
          </a:p>
        </p:txBody>
      </p:sp>
      <p:sp>
        <p:nvSpPr>
          <p:cNvPr id="598" name="Google Shape;598;p15"/>
          <p:cNvSpPr txBox="1"/>
          <p:nvPr/>
        </p:nvSpPr>
        <p:spPr>
          <a:xfrm>
            <a:off x="469900" y="3957637"/>
            <a:ext cx="8120062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/>
          </a:p>
        </p:txBody>
      </p:sp>
      <p:sp>
        <p:nvSpPr>
          <p:cNvPr id="599" name="Google Shape;599;p15"/>
          <p:cNvSpPr txBox="1"/>
          <p:nvPr/>
        </p:nvSpPr>
        <p:spPr>
          <a:xfrm>
            <a:off x="666750" y="1498600"/>
            <a:ext cx="7924800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Reformuler en utilisant des tests à plusieurs voies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 </a:t>
            </a:r>
            <a:r>
              <a:rPr b="0" i="0" lang="en-US" sz="20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proposition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alors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Instructions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SinonSi </a:t>
            </a:r>
            <a:r>
              <a:rPr b="0" i="0" lang="en-US" sz="20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proposition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alors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instructions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instructions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Finsi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0" name="Google Shape;600;p15"/>
          <p:cNvCxnSpPr/>
          <p:nvPr/>
        </p:nvCxnSpPr>
        <p:spPr>
          <a:xfrm>
            <a:off x="347662" y="2197100"/>
            <a:ext cx="0" cy="3057525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01" name="Google Shape;601;p15"/>
          <p:cNvSpPr txBox="1"/>
          <p:nvPr/>
        </p:nvSpPr>
        <p:spPr>
          <a:xfrm>
            <a:off x="6230937" y="2516187"/>
            <a:ext cx="2913062" cy="2176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Avantage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Moins de temps de calcul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Exemple</a:t>
            </a:r>
            <a:endParaRPr/>
          </a:p>
        </p:txBody>
      </p:sp>
      <p:sp>
        <p:nvSpPr>
          <p:cNvPr id="608" name="Google Shape;608;p16"/>
          <p:cNvSpPr txBox="1"/>
          <p:nvPr/>
        </p:nvSpPr>
        <p:spPr>
          <a:xfrm>
            <a:off x="469900" y="3957637"/>
            <a:ext cx="8120062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/>
          </a:p>
        </p:txBody>
      </p:sp>
      <p:sp>
        <p:nvSpPr>
          <p:cNvPr id="609" name="Google Shape;609;p16"/>
          <p:cNvSpPr txBox="1"/>
          <p:nvPr/>
        </p:nvSpPr>
        <p:spPr>
          <a:xfrm>
            <a:off x="666750" y="1498600"/>
            <a:ext cx="7924800" cy="4811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Si nombrearticles &lt;5 Alors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………………………..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SinonSi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nombrearticles &gt;= 5 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nombrearticles &lt; 10 Alors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………………………..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Sinon</a:t>
            </a:r>
            <a:r>
              <a:rPr b="0" i="0" lang="en-US" sz="20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Si nombrearticles &gt;= 10  Alors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		………………………..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Finsi</a:t>
            </a:r>
            <a:endParaRPr/>
          </a:p>
        </p:txBody>
      </p:sp>
      <p:cxnSp>
        <p:nvCxnSpPr>
          <p:cNvPr id="610" name="Google Shape;610;p16"/>
          <p:cNvCxnSpPr/>
          <p:nvPr/>
        </p:nvCxnSpPr>
        <p:spPr>
          <a:xfrm>
            <a:off x="5341937" y="3482975"/>
            <a:ext cx="0" cy="914400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11" name="Google Shape;611;p16"/>
          <p:cNvSpPr txBox="1"/>
          <p:nvPr/>
        </p:nvSpPr>
        <p:spPr>
          <a:xfrm>
            <a:off x="5676900" y="3482975"/>
            <a:ext cx="2913062" cy="1157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Test peut être enlevé</a:t>
            </a:r>
            <a:endParaRPr/>
          </a:p>
        </p:txBody>
      </p:sp>
      <p:cxnSp>
        <p:nvCxnSpPr>
          <p:cNvPr id="612" name="Google Shape;612;p16"/>
          <p:cNvCxnSpPr/>
          <p:nvPr/>
        </p:nvCxnSpPr>
        <p:spPr>
          <a:xfrm flipH="1">
            <a:off x="2673350" y="2438400"/>
            <a:ext cx="1081087" cy="471487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613" name="Google Shape;613;p16"/>
          <p:cNvSpPr txBox="1"/>
          <p:nvPr/>
        </p:nvSpPr>
        <p:spPr>
          <a:xfrm>
            <a:off x="3587750" y="2133600"/>
            <a:ext cx="1608137" cy="400050"/>
          </a:xfrm>
          <a:prstGeom prst="rect">
            <a:avLst/>
          </a:prstGeom>
          <a:solidFill>
            <a:srgbClr val="B7C6FE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A enlever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Exemple</a:t>
            </a:r>
            <a:endParaRPr/>
          </a:p>
        </p:txBody>
      </p:sp>
      <p:sp>
        <p:nvSpPr>
          <p:cNvPr id="620" name="Google Shape;620;p17"/>
          <p:cNvSpPr txBox="1"/>
          <p:nvPr/>
        </p:nvSpPr>
        <p:spPr>
          <a:xfrm>
            <a:off x="469900" y="3957637"/>
            <a:ext cx="8120062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/>
          </a:p>
        </p:txBody>
      </p:sp>
      <p:sp>
        <p:nvSpPr>
          <p:cNvPr id="621" name="Google Shape;621;p17"/>
          <p:cNvSpPr txBox="1"/>
          <p:nvPr/>
        </p:nvSpPr>
        <p:spPr>
          <a:xfrm>
            <a:off x="666750" y="1498600"/>
            <a:ext cx="7924800" cy="38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Si nombrearticles &lt;5 Alors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………………………..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SinonSi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nombrearticles &lt; 10 Alors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………………………..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		………………………..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Finsi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Variable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Booléenne </a:t>
            </a:r>
            <a:endParaRPr/>
          </a:p>
        </p:txBody>
      </p:sp>
      <p:sp>
        <p:nvSpPr>
          <p:cNvPr id="628" name="Google Shape;628;p18"/>
          <p:cNvSpPr txBox="1"/>
          <p:nvPr/>
        </p:nvSpPr>
        <p:spPr>
          <a:xfrm>
            <a:off x="469900" y="3957637"/>
            <a:ext cx="8120062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/>
          </a:p>
        </p:txBody>
      </p:sp>
      <p:sp>
        <p:nvSpPr>
          <p:cNvPr id="629" name="Google Shape;629;p18"/>
          <p:cNvSpPr txBox="1"/>
          <p:nvPr/>
        </p:nvSpPr>
        <p:spPr>
          <a:xfrm>
            <a:off x="203200" y="1763712"/>
            <a:ext cx="8674100" cy="150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booléenne au lieu de condition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doit être VRAI ou FAUSSE	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Utile pour délocaliser les conditions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Variable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Booléenne </a:t>
            </a:r>
            <a:endParaRPr/>
          </a:p>
        </p:txBody>
      </p:sp>
      <p:sp>
        <p:nvSpPr>
          <p:cNvPr id="636" name="Google Shape;636;p19"/>
          <p:cNvSpPr txBox="1"/>
          <p:nvPr/>
        </p:nvSpPr>
        <p:spPr>
          <a:xfrm>
            <a:off x="469900" y="3957637"/>
            <a:ext cx="8120062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/>
          </a:p>
        </p:txBody>
      </p:sp>
      <p:sp>
        <p:nvSpPr>
          <p:cNvPr id="637" name="Google Shape;637;p19"/>
          <p:cNvSpPr txBox="1"/>
          <p:nvPr/>
        </p:nvSpPr>
        <p:spPr>
          <a:xfrm>
            <a:off x="246062" y="636587"/>
            <a:ext cx="4713287" cy="587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nombrearticles, rabais en Entier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Ecrire ‘’Entrer le nombre d’articles:’’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Lire nombrearticles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nombrearticles &lt;5 Alors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Rabais &lt;- 0.1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Ecrire ‘’Le rabais est:’’, rabais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SinonSi nombrearticles &gt;= 5 ET nombrearticles &lt; 10 Alors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Rabais &lt;- 0.15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Ecrire ‘’Le rabais est:’’, rabais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Rabais &lt;- 0.20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Ecrire ‘’Le rabais est:’’, rabais	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Finsi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000"/>
              <a:buFont typeface="Arial Black"/>
              <a:buNone/>
            </a:pP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Variable</a:t>
            </a:r>
            <a:b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40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Booléenne </a:t>
            </a:r>
            <a:endParaRPr/>
          </a:p>
        </p:txBody>
      </p:sp>
      <p:sp>
        <p:nvSpPr>
          <p:cNvPr id="644" name="Google Shape;644;p20"/>
          <p:cNvSpPr txBox="1"/>
          <p:nvPr/>
        </p:nvSpPr>
        <p:spPr>
          <a:xfrm>
            <a:off x="469900" y="3957637"/>
            <a:ext cx="8120062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/>
          </a:p>
        </p:txBody>
      </p:sp>
      <p:sp>
        <p:nvSpPr>
          <p:cNvPr id="645" name="Google Shape;645;p20"/>
          <p:cNvSpPr txBox="1"/>
          <p:nvPr/>
        </p:nvSpPr>
        <p:spPr>
          <a:xfrm>
            <a:off x="200025" y="427037"/>
            <a:ext cx="5311775" cy="587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nombrearticles, rabais en Entier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A, B, C en Booléen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Ecrire ‘’Entrer le nombre d’articles:’’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Lire nombrearticles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&lt;- nombrearticles &lt;5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&lt;- nombrearticles &gt;= 5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&lt;- nombrearticles &lt; 10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A Alors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Rabais &lt;- 0.1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Ecrire ‘’Le rabais est:’’, rabais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SinonSi B ET C alors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Rabais &lt;- 0.15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Ecrire ‘’Le rabais est:’’, rabais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Rabais &lt;- 0.20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Ecrire ‘’Le rabais est:’’, rabais	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Finsi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</a:t>
            </a:r>
            <a:endParaRPr/>
          </a:p>
        </p:txBody>
      </p:sp>
      <p:sp>
        <p:nvSpPr>
          <p:cNvPr id="646" name="Google Shape;646;p20"/>
          <p:cNvSpPr txBox="1"/>
          <p:nvPr/>
        </p:nvSpPr>
        <p:spPr>
          <a:xfrm>
            <a:off x="4702175" y="2319337"/>
            <a:ext cx="3871912" cy="166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Plus long mais plus clair au niveau des tests</a:t>
            </a:r>
            <a:endParaRPr/>
          </a:p>
        </p:txBody>
      </p:sp>
      <p:sp>
        <p:nvSpPr>
          <p:cNvPr id="647" name="Google Shape;647;p20"/>
          <p:cNvSpPr txBox="1"/>
          <p:nvPr/>
        </p:nvSpPr>
        <p:spPr>
          <a:xfrm>
            <a:off x="3898900" y="4392612"/>
            <a:ext cx="4786312" cy="166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Calibri"/>
              <a:buNone/>
            </a:pPr>
            <a:r>
              <a:rPr b="1" i="0" lang="en-US" sz="3200" u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Plusieurs améliorations possibles (comparer A et B, affichage)</a:t>
            </a:r>
            <a:endParaRPr/>
          </a:p>
        </p:txBody>
      </p:sp>
      <p:pic>
        <p:nvPicPr>
          <p:cNvPr id="648" name="Google Shape;6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5800" y="1052512"/>
            <a:ext cx="604837" cy="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2159000"/>
            <a:ext cx="1500187" cy="74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600" y="1874837"/>
            <a:ext cx="1089025" cy="4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" y="1898650"/>
            <a:ext cx="323850" cy="265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0500" y="2778125"/>
            <a:ext cx="176212" cy="34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8475" y="3332162"/>
            <a:ext cx="842962" cy="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FF"/>
              </a:buClr>
              <a:buSzPts val="4400"/>
              <a:buFont typeface="Arial Black"/>
              <a:buNone/>
            </a:pPr>
            <a:r>
              <a:rPr b="0" i="0" lang="en-US" sz="4400" u="none">
                <a:solidFill>
                  <a:srgbClr val="6600FF"/>
                </a:solidFill>
                <a:latin typeface="Arial Black"/>
                <a:ea typeface="Arial Black"/>
                <a:cs typeface="Arial Black"/>
                <a:sym typeface="Arial Black"/>
              </a:rPr>
              <a:t>Conclusion</a:t>
            </a:r>
            <a:endParaRPr/>
          </a:p>
        </p:txBody>
      </p:sp>
      <p:sp>
        <p:nvSpPr>
          <p:cNvPr id="660" name="Google Shape;660;p21"/>
          <p:cNvSpPr txBox="1"/>
          <p:nvPr/>
        </p:nvSpPr>
        <p:spPr>
          <a:xfrm>
            <a:off x="233362" y="1584325"/>
            <a:ext cx="8612187" cy="4349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Nous avons abordé dans ce cours les points suivants:</a:t>
            </a:r>
            <a:endParaRPr/>
          </a:p>
        </p:txBody>
      </p:sp>
      <p:sp>
        <p:nvSpPr>
          <p:cNvPr id="661" name="Google Shape;661;p21"/>
          <p:cNvSpPr txBox="1"/>
          <p:nvPr/>
        </p:nvSpPr>
        <p:spPr>
          <a:xfrm>
            <a:off x="368300" y="2663825"/>
            <a:ext cx="8229600" cy="3160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Besoins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Tests imbriqués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2008-12-10T19:09:50Z</dcterms:created>
  <dc:creator>Hafed Benteftifa</dc:creator>
</cp:coreProperties>
</file>