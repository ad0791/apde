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7099300" cy="102346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  <p:ext uri="GoogleSlidesCustomDataVersion2">
      <go:slidesCustomData xmlns:go="http://customooxmlschemas.google.com/" r:id="rId19" roundtripDataSignature="AMtx7miXKdQl+jCD2j55NC59RhF7DnCo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customschemas.google.com/relationships/presentationmetadata" Target="metadata"/><Relationship Id="rId18" Type="http://schemas.openxmlformats.org/officeDocument/2006/relationships/font" Target="fonts/ArialBla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7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6" name="Google Shape;96;p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1" name="Google Shape;41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5" name="Google Shape;4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" name="Google Shape;4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9" name="Google Shape;4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/>
        </p:nvSpPr>
        <p:spPr>
          <a:xfrm>
            <a:off x="1668462" y="6496050"/>
            <a:ext cx="7475537" cy="376237"/>
          </a:xfrm>
          <a:prstGeom prst="rect">
            <a:avLst/>
          </a:prstGeom>
          <a:solidFill>
            <a:schemeClr val="hlink"/>
          </a:solidFill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 txBox="1"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" name="Google Shape;12;p13"/>
          <p:cNvSpPr txBox="1"/>
          <p:nvPr/>
        </p:nvSpPr>
        <p:spPr>
          <a:xfrm>
            <a:off x="481012" y="6464300"/>
            <a:ext cx="61579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0" lang="en-US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Algorithmes et structures de données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BDEB</a:t>
            </a:r>
            <a:endParaRPr/>
          </a:p>
        </p:txBody>
      </p:sp>
      <p:sp>
        <p:nvSpPr>
          <p:cNvPr id="13" name="Google Shape;13;p13"/>
          <p:cNvSpPr txBox="1"/>
          <p:nvPr/>
        </p:nvSpPr>
        <p:spPr>
          <a:xfrm>
            <a:off x="6802437" y="6524625"/>
            <a:ext cx="23415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Hafed Benteftifa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11" Type="http://schemas.openxmlformats.org/officeDocument/2006/relationships/image" Target="../media/image10.png"/><Relationship Id="rId22" Type="http://schemas.openxmlformats.org/officeDocument/2006/relationships/image" Target="../media/image21.png"/><Relationship Id="rId10" Type="http://schemas.openxmlformats.org/officeDocument/2006/relationships/image" Target="../media/image9.png"/><Relationship Id="rId21" Type="http://schemas.openxmlformats.org/officeDocument/2006/relationships/image" Target="../media/image20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5" Type="http://schemas.openxmlformats.org/officeDocument/2006/relationships/image" Target="../media/image4.png"/><Relationship Id="rId19" Type="http://schemas.openxmlformats.org/officeDocument/2006/relationships/image" Target="../media/image19.png"/><Relationship Id="rId6" Type="http://schemas.openxmlformats.org/officeDocument/2006/relationships/image" Target="../media/image5.png"/><Relationship Id="rId18" Type="http://schemas.openxmlformats.org/officeDocument/2006/relationships/image" Target="../media/image17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39.png"/><Relationship Id="rId22" Type="http://schemas.openxmlformats.org/officeDocument/2006/relationships/image" Target="../media/image41.png"/><Relationship Id="rId21" Type="http://schemas.openxmlformats.org/officeDocument/2006/relationships/image" Target="../media/image40.png"/><Relationship Id="rId24" Type="http://schemas.openxmlformats.org/officeDocument/2006/relationships/image" Target="../media/image43.png"/><Relationship Id="rId23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26" Type="http://schemas.openxmlformats.org/officeDocument/2006/relationships/image" Target="../media/image45.png"/><Relationship Id="rId25" Type="http://schemas.openxmlformats.org/officeDocument/2006/relationships/image" Target="../media/image46.png"/><Relationship Id="rId28" Type="http://schemas.openxmlformats.org/officeDocument/2006/relationships/image" Target="../media/image48.png"/><Relationship Id="rId27" Type="http://schemas.openxmlformats.org/officeDocument/2006/relationships/image" Target="../media/image4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29" Type="http://schemas.openxmlformats.org/officeDocument/2006/relationships/image" Target="../media/image16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31" Type="http://schemas.openxmlformats.org/officeDocument/2006/relationships/image" Target="../media/image49.png"/><Relationship Id="rId30" Type="http://schemas.openxmlformats.org/officeDocument/2006/relationships/image" Target="../media/image50.png"/><Relationship Id="rId11" Type="http://schemas.openxmlformats.org/officeDocument/2006/relationships/image" Target="../media/image30.png"/><Relationship Id="rId33" Type="http://schemas.openxmlformats.org/officeDocument/2006/relationships/image" Target="../media/image53.png"/><Relationship Id="rId10" Type="http://schemas.openxmlformats.org/officeDocument/2006/relationships/image" Target="../media/image29.png"/><Relationship Id="rId32" Type="http://schemas.openxmlformats.org/officeDocument/2006/relationships/image" Target="../media/image51.png"/><Relationship Id="rId13" Type="http://schemas.openxmlformats.org/officeDocument/2006/relationships/image" Target="../media/image33.png"/><Relationship Id="rId12" Type="http://schemas.openxmlformats.org/officeDocument/2006/relationships/image" Target="../media/image31.png"/><Relationship Id="rId15" Type="http://schemas.openxmlformats.org/officeDocument/2006/relationships/image" Target="../media/image34.png"/><Relationship Id="rId14" Type="http://schemas.openxmlformats.org/officeDocument/2006/relationships/image" Target="../media/image32.png"/><Relationship Id="rId17" Type="http://schemas.openxmlformats.org/officeDocument/2006/relationships/image" Target="../media/image35.png"/><Relationship Id="rId16" Type="http://schemas.openxmlformats.org/officeDocument/2006/relationships/image" Target="../media/image36.png"/><Relationship Id="rId19" Type="http://schemas.openxmlformats.org/officeDocument/2006/relationships/image" Target="../media/image37.png"/><Relationship Id="rId1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11" Type="http://schemas.openxmlformats.org/officeDocument/2006/relationships/image" Target="../media/image61.png"/><Relationship Id="rId10" Type="http://schemas.openxmlformats.org/officeDocument/2006/relationships/image" Target="../media/image60.png"/><Relationship Id="rId13" Type="http://schemas.openxmlformats.org/officeDocument/2006/relationships/image" Target="../media/image63.png"/><Relationship Id="rId12" Type="http://schemas.openxmlformats.org/officeDocument/2006/relationships/image" Target="../media/image62.png"/><Relationship Id="rId15" Type="http://schemas.openxmlformats.org/officeDocument/2006/relationships/image" Target="../media/image65.png"/><Relationship Id="rId14" Type="http://schemas.openxmlformats.org/officeDocument/2006/relationships/image" Target="../media/image64.png"/><Relationship Id="rId17" Type="http://schemas.openxmlformats.org/officeDocument/2006/relationships/image" Target="../media/image67.png"/><Relationship Id="rId16" Type="http://schemas.openxmlformats.org/officeDocument/2006/relationships/image" Target="../media/image66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84.png"/><Relationship Id="rId22" Type="http://schemas.openxmlformats.org/officeDocument/2006/relationships/image" Target="../media/image86.png"/><Relationship Id="rId21" Type="http://schemas.openxmlformats.org/officeDocument/2006/relationships/image" Target="../media/image87.png"/><Relationship Id="rId24" Type="http://schemas.openxmlformats.org/officeDocument/2006/relationships/image" Target="../media/image89.png"/><Relationship Id="rId23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26" Type="http://schemas.openxmlformats.org/officeDocument/2006/relationships/image" Target="../media/image90.png"/><Relationship Id="rId25" Type="http://schemas.openxmlformats.org/officeDocument/2006/relationships/image" Target="../media/image88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11" Type="http://schemas.openxmlformats.org/officeDocument/2006/relationships/image" Target="../media/image76.png"/><Relationship Id="rId10" Type="http://schemas.openxmlformats.org/officeDocument/2006/relationships/image" Target="../media/image75.png"/><Relationship Id="rId13" Type="http://schemas.openxmlformats.org/officeDocument/2006/relationships/image" Target="../media/image78.png"/><Relationship Id="rId12" Type="http://schemas.openxmlformats.org/officeDocument/2006/relationships/image" Target="../media/image77.png"/><Relationship Id="rId15" Type="http://schemas.openxmlformats.org/officeDocument/2006/relationships/image" Target="../media/image81.png"/><Relationship Id="rId14" Type="http://schemas.openxmlformats.org/officeDocument/2006/relationships/image" Target="../media/image79.png"/><Relationship Id="rId17" Type="http://schemas.openxmlformats.org/officeDocument/2006/relationships/image" Target="../media/image82.png"/><Relationship Id="rId16" Type="http://schemas.openxmlformats.org/officeDocument/2006/relationships/image" Target="../media/image80.png"/><Relationship Id="rId19" Type="http://schemas.openxmlformats.org/officeDocument/2006/relationships/image" Target="../media/image91.png"/><Relationship Id="rId18" Type="http://schemas.openxmlformats.org/officeDocument/2006/relationships/image" Target="../media/image8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655637" y="1960562"/>
            <a:ext cx="7772400" cy="881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Présentation du cours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382712" y="4160837"/>
            <a:ext cx="6400800" cy="1008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428625" y="17002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objectifs de cette présentation sont les suivants: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Présentation du cours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Flux de développement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Algorithme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Suite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d’instructions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qui une fois exécutée correctement, conduit à un résultat donné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algorithme doit donc contenir uniquement des instructions compréhensibles par celui qui devra l’exécuter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Talent</a:t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Méthode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Rigueur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Intuition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Vérification, vérification, vérification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Vocabulaire</a:t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Briques de base: éléments pour développer un algorithme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d’éléments restreint mais suffisant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Algorithme = agencement de briques dans un ordre donné. </a:t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1481137" y="5127625"/>
            <a:ext cx="984250" cy="601662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DF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6" name="Google Shape;86;p5"/>
          <p:cNvSpPr txBox="1"/>
          <p:nvPr/>
        </p:nvSpPr>
        <p:spPr>
          <a:xfrm>
            <a:off x="2235200" y="4365625"/>
            <a:ext cx="984250" cy="601662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DF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3349625" y="4992687"/>
            <a:ext cx="982662" cy="601662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DF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2784475" y="5735637"/>
            <a:ext cx="982662" cy="601662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DF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779962" y="5081587"/>
            <a:ext cx="892175" cy="277812"/>
          </a:xfrm>
          <a:prstGeom prst="rightArrow">
            <a:avLst>
              <a:gd fmla="val 18234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6483350" y="3763962"/>
            <a:ext cx="984250" cy="601662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DF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6484937" y="4437062"/>
            <a:ext cx="984250" cy="601662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DF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6464300" y="5121275"/>
            <a:ext cx="984250" cy="601662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DF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6478587" y="5829300"/>
            <a:ext cx="982662" cy="601662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DF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Vocabulaire 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ordinateur</a:t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457200" y="1600200"/>
            <a:ext cx="8383587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Briques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1003300" y="2324100"/>
            <a:ext cx="7183437" cy="259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Affectation de variables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 / écriture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Boucles</a:t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551612" y="2163762"/>
            <a:ext cx="1631950" cy="811212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851650" y="2117725"/>
            <a:ext cx="1944687" cy="452437"/>
          </a:xfrm>
          <a:prstGeom prst="roundRect">
            <a:avLst>
              <a:gd fmla="val 16667" name="adj"/>
            </a:avLst>
          </a:prstGeom>
          <a:solidFill>
            <a:srgbClr val="FEDE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Affectation</a:t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807200" y="2782887"/>
            <a:ext cx="2024062" cy="450850"/>
          </a:xfrm>
          <a:prstGeom prst="roundRect">
            <a:avLst>
              <a:gd fmla="val 16667" name="adj"/>
            </a:avLst>
          </a:prstGeom>
          <a:solidFill>
            <a:srgbClr val="FEDE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Lecture/écriture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810375" y="3448050"/>
            <a:ext cx="2044700" cy="450850"/>
          </a:xfrm>
          <a:prstGeom prst="roundRect">
            <a:avLst>
              <a:gd fmla="val 16667" name="adj"/>
            </a:avLst>
          </a:prstGeom>
          <a:solidFill>
            <a:srgbClr val="FEDE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821487" y="4113212"/>
            <a:ext cx="2033587" cy="450850"/>
          </a:xfrm>
          <a:prstGeom prst="roundRect">
            <a:avLst>
              <a:gd fmla="val 16667" name="adj"/>
            </a:avLst>
          </a:prstGeom>
          <a:solidFill>
            <a:srgbClr val="FEDE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Boucles</a:t>
            </a:r>
            <a:endParaRPr/>
          </a:p>
        </p:txBody>
      </p:sp>
      <p:pic>
        <p:nvPicPr>
          <p:cNvPr id="107" name="Google Shape;1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5062" y="1976437"/>
            <a:ext cx="400050" cy="261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Algorithme</a:t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233362" y="1584325"/>
            <a:ext cx="8686800" cy="44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C’est une combinaison d’instructions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nombre d’instructions ne reflète pas la complexité de l’algorithme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Résout un problème donné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Indépendant de tout langage de programmation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prend pas en compte les particularités d’un langage</a:t>
            </a:r>
            <a:endParaRPr/>
          </a:p>
        </p:txBody>
      </p:sp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4775" y="3638550"/>
            <a:ext cx="2401887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762" y="3657600"/>
            <a:ext cx="1185862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3987" y="2089150"/>
            <a:ext cx="390366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3575" y="4206875"/>
            <a:ext cx="4095750" cy="92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7"/>
          <p:cNvGrpSpPr/>
          <p:nvPr/>
        </p:nvGrpSpPr>
        <p:grpSpPr>
          <a:xfrm>
            <a:off x="6164786" y="3040598"/>
            <a:ext cx="2410003" cy="541493"/>
            <a:chOff x="6164582" y="3039933"/>
            <a:chExt cx="2409840" cy="542160"/>
          </a:xfrm>
        </p:grpSpPr>
        <p:pic>
          <p:nvPicPr>
            <p:cNvPr id="120" name="Google Shape;120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64582" y="3302733"/>
              <a:ext cx="313920" cy="279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617462" y="3152253"/>
              <a:ext cx="178560" cy="235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900782" y="3107613"/>
              <a:ext cx="61560" cy="17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000862" y="3186093"/>
              <a:ext cx="8676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029302" y="3134253"/>
              <a:ext cx="300600" cy="130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59422" y="3067293"/>
              <a:ext cx="269280" cy="206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748196" y="3205893"/>
              <a:ext cx="142251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007782" y="3127053"/>
              <a:ext cx="234720" cy="120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338262" y="3039933"/>
              <a:ext cx="236160" cy="233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" name="Google Shape;129;p7"/>
          <p:cNvGrpSpPr/>
          <p:nvPr/>
        </p:nvGrpSpPr>
        <p:grpSpPr>
          <a:xfrm>
            <a:off x="4828112" y="4748807"/>
            <a:ext cx="2344914" cy="146089"/>
            <a:chOff x="4828262" y="4748493"/>
            <a:chExt cx="2345040" cy="147240"/>
          </a:xfrm>
        </p:grpSpPr>
        <p:pic>
          <p:nvPicPr>
            <p:cNvPr id="130" name="Google Shape;130;p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837622" y="4857933"/>
              <a:ext cx="2196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828262" y="4857933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828262" y="4748493"/>
              <a:ext cx="2345040" cy="1472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7"/>
          <p:cNvGrpSpPr/>
          <p:nvPr/>
        </p:nvGrpSpPr>
        <p:grpSpPr>
          <a:xfrm>
            <a:off x="4121691" y="5172606"/>
            <a:ext cx="576408" cy="463715"/>
            <a:chOff x="4121222" y="5172573"/>
            <a:chExt cx="577440" cy="464040"/>
          </a:xfrm>
        </p:grpSpPr>
        <p:pic>
          <p:nvPicPr>
            <p:cNvPr id="134" name="Google Shape;134;p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121222" y="5172573"/>
              <a:ext cx="351360" cy="41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4159022" y="5198493"/>
              <a:ext cx="539640" cy="438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7"/>
          <p:cNvGrpSpPr/>
          <p:nvPr/>
        </p:nvGrpSpPr>
        <p:grpSpPr>
          <a:xfrm>
            <a:off x="7050614" y="3392999"/>
            <a:ext cx="1609898" cy="116091"/>
            <a:chOff x="7050542" y="3393093"/>
            <a:chExt cx="1610280" cy="115920"/>
          </a:xfrm>
        </p:grpSpPr>
        <p:pic>
          <p:nvPicPr>
            <p:cNvPr id="137" name="Google Shape;137;p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050542" y="3491013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050542" y="3491013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050542" y="3393093"/>
              <a:ext cx="1610280" cy="1159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0" name="Google Shape;140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555037" y="3136900"/>
            <a:ext cx="220662" cy="138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Flux de développement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233362" y="1584325"/>
            <a:ext cx="8686800" cy="44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Étape 1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Pourquoi un programme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y’a un besoin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Programme utilise des données et il leur applique un traitement donné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résultat spécifique est attendu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3037" y="2035175"/>
            <a:ext cx="2125662" cy="88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8"/>
          <p:cNvGrpSpPr/>
          <p:nvPr/>
        </p:nvGrpSpPr>
        <p:grpSpPr>
          <a:xfrm>
            <a:off x="3013602" y="1024481"/>
            <a:ext cx="2390948" cy="498614"/>
            <a:chOff x="3013142" y="1023933"/>
            <a:chExt cx="2391480" cy="499680"/>
          </a:xfrm>
        </p:grpSpPr>
        <p:pic>
          <p:nvPicPr>
            <p:cNvPr id="150" name="Google Shape;150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13142" y="1023933"/>
              <a:ext cx="423000" cy="319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77942" y="1146333"/>
              <a:ext cx="395640" cy="42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43782" y="1050933"/>
              <a:ext cx="41760" cy="22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67975" y="1131213"/>
              <a:ext cx="510493" cy="39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05262" y="1201773"/>
              <a:ext cx="705960" cy="46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385462" y="1282714"/>
              <a:ext cx="673560" cy="731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015102" y="1082253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015102" y="1082253"/>
              <a:ext cx="389520" cy="3193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" name="Google Shape;158;p8"/>
          <p:cNvGrpSpPr/>
          <p:nvPr/>
        </p:nvGrpSpPr>
        <p:grpSpPr>
          <a:xfrm>
            <a:off x="5758387" y="1038752"/>
            <a:ext cx="3157716" cy="620887"/>
            <a:chOff x="5758862" y="1039413"/>
            <a:chExt cx="3157560" cy="621000"/>
          </a:xfrm>
        </p:grpSpPr>
        <p:pic>
          <p:nvPicPr>
            <p:cNvPr id="159" name="Google Shape;159;p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758862" y="1039413"/>
              <a:ext cx="200520" cy="308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959035" y="1148105"/>
              <a:ext cx="275015" cy="132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335942" y="1161093"/>
              <a:ext cx="1066680" cy="352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874502" y="1416349"/>
              <a:ext cx="315360" cy="224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266542" y="1475373"/>
              <a:ext cx="238680" cy="169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305805" y="1426413"/>
              <a:ext cx="155114" cy="57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256462" y="1504533"/>
              <a:ext cx="261360" cy="28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600622" y="1495173"/>
              <a:ext cx="295560" cy="165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946222" y="1528653"/>
              <a:ext cx="110160" cy="114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113622" y="1531533"/>
              <a:ext cx="359280" cy="110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456702" y="1428230"/>
              <a:ext cx="64440" cy="202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436542" y="1505613"/>
              <a:ext cx="212400" cy="113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8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8643247" y="1465612"/>
              <a:ext cx="66832" cy="96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8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663702" y="1520418"/>
              <a:ext cx="252720" cy="8919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3" name="Google Shape;173;p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306762" y="2352675"/>
            <a:ext cx="284162" cy="13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305300" y="2673350"/>
            <a:ext cx="142875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108825" y="3127375"/>
            <a:ext cx="1089025" cy="396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8"/>
          <p:cNvGrpSpPr/>
          <p:nvPr/>
        </p:nvGrpSpPr>
        <p:grpSpPr>
          <a:xfrm>
            <a:off x="872063" y="3107269"/>
            <a:ext cx="1821038" cy="547858"/>
            <a:chOff x="871862" y="3107613"/>
            <a:chExt cx="1821240" cy="548287"/>
          </a:xfrm>
        </p:grpSpPr>
        <p:pic>
          <p:nvPicPr>
            <p:cNvPr id="177" name="Google Shape;177;p8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475582" y="3107613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8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475582" y="3107613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8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1415102" y="3107771"/>
              <a:ext cx="1228320" cy="374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8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871862" y="3201205"/>
              <a:ext cx="124920" cy="410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8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072382" y="3205893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8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072382" y="3205893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8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945662" y="3194006"/>
              <a:ext cx="1747440" cy="46189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4" name="Google Shape;184;p8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477962" y="4110037"/>
            <a:ext cx="1604962" cy="4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Flux de développement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233362" y="1584325"/>
            <a:ext cx="8686800" cy="2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Étape 2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Créer le programme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Identifier les données nécessaires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Savoir le résultat à atteindre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Développer un </a:t>
            </a:r>
            <a:r>
              <a:rPr b="0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moyen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passer des données vers le résultat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958850" y="4651375"/>
            <a:ext cx="7248525" cy="744537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MOYEN = ALGORITHME</a:t>
            </a:r>
            <a:endParaRPr/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8412" y="2674937"/>
            <a:ext cx="787400" cy="39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7687" y="2665412"/>
            <a:ext cx="893762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6675" y="3179762"/>
            <a:ext cx="2290762" cy="79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9"/>
          <p:cNvGrpSpPr/>
          <p:nvPr/>
        </p:nvGrpSpPr>
        <p:grpSpPr>
          <a:xfrm>
            <a:off x="4007376" y="1003820"/>
            <a:ext cx="4168950" cy="598675"/>
            <a:chOff x="4006742" y="1003413"/>
            <a:chExt cx="4169520" cy="598320"/>
          </a:xfrm>
        </p:grpSpPr>
        <p:pic>
          <p:nvPicPr>
            <p:cNvPr id="197" name="Google Shape;197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06742" y="1028613"/>
              <a:ext cx="1306080" cy="525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46222" y="1268758"/>
              <a:ext cx="67680" cy="145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88622" y="1215093"/>
              <a:ext cx="370440" cy="209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261862" y="1003413"/>
              <a:ext cx="914400" cy="561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581182" y="1219773"/>
              <a:ext cx="81000" cy="260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600622" y="1158559"/>
              <a:ext cx="330480" cy="2423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221382" y="1323453"/>
              <a:ext cx="635760" cy="41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840942" y="1175493"/>
              <a:ext cx="65880" cy="39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838062" y="1124013"/>
              <a:ext cx="838800" cy="477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632222" y="1346853"/>
              <a:ext cx="694800" cy="42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014102" y="1235237"/>
              <a:ext cx="313920" cy="226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096542" y="1347573"/>
              <a:ext cx="321120" cy="259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Flux de développement</a:t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233362" y="1584325"/>
            <a:ext cx="8686800" cy="2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Étape 3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Utiliser un langage informatique pour créer le programme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Choisir le langage  approprié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Exprimer l’algorithme sous la forme compréhensible par le développeur et la machine</a:t>
            </a:r>
            <a:endParaRPr/>
          </a:p>
        </p:txBody>
      </p:sp>
      <p:pic>
        <p:nvPicPr>
          <p:cNvPr id="216" name="Google Shape;2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775" y="2098675"/>
            <a:ext cx="3130550" cy="103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10"/>
          <p:cNvGrpSpPr/>
          <p:nvPr/>
        </p:nvGrpSpPr>
        <p:grpSpPr>
          <a:xfrm>
            <a:off x="5312287" y="2626263"/>
            <a:ext cx="1573402" cy="460534"/>
            <a:chOff x="5311728" y="2625941"/>
            <a:chExt cx="1573574" cy="460792"/>
          </a:xfrm>
        </p:grpSpPr>
        <p:pic>
          <p:nvPicPr>
            <p:cNvPr id="218" name="Google Shape;218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11728" y="2635653"/>
              <a:ext cx="252027" cy="451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30782" y="2684959"/>
              <a:ext cx="275760" cy="2455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175382" y="2796213"/>
              <a:ext cx="280800" cy="3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99142" y="2861733"/>
              <a:ext cx="361080" cy="30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286262" y="2704413"/>
              <a:ext cx="46800" cy="229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84182" y="2723853"/>
              <a:ext cx="34560" cy="254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666782" y="2625941"/>
              <a:ext cx="218520" cy="4211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10"/>
          <p:cNvGrpSpPr/>
          <p:nvPr/>
        </p:nvGrpSpPr>
        <p:grpSpPr>
          <a:xfrm>
            <a:off x="456136" y="3939112"/>
            <a:ext cx="7710666" cy="986015"/>
            <a:chOff x="456422" y="3939213"/>
            <a:chExt cx="7710120" cy="986040"/>
          </a:xfrm>
        </p:grpSpPr>
        <p:pic>
          <p:nvPicPr>
            <p:cNvPr id="226" name="Google Shape;226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756822" y="4361493"/>
              <a:ext cx="44280" cy="249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507694" y="4349253"/>
              <a:ext cx="399977" cy="54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969197" y="4434957"/>
              <a:ext cx="146929" cy="1525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59662" y="4434933"/>
              <a:ext cx="208080" cy="113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1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434702" y="4333788"/>
              <a:ext cx="458280" cy="230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923942" y="4322253"/>
              <a:ext cx="390600" cy="236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1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316702" y="4405413"/>
              <a:ext cx="77040" cy="66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364230" y="4429208"/>
              <a:ext cx="420464" cy="109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213582" y="4049733"/>
              <a:ext cx="2883240" cy="875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456422" y="4279047"/>
              <a:ext cx="861120" cy="5216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35782" y="4420893"/>
              <a:ext cx="272880" cy="258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46222" y="4542573"/>
              <a:ext cx="280800" cy="47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1297022" y="4492893"/>
              <a:ext cx="855720" cy="78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1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965782" y="4378773"/>
              <a:ext cx="720000" cy="64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1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746622" y="3939213"/>
              <a:ext cx="2419920" cy="79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10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165302" y="4192293"/>
              <a:ext cx="1886400" cy="3985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Étapes de production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233362" y="1584325"/>
            <a:ext cx="8612187" cy="434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Spécification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Conception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Codage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Compilation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Mise en service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Maintenance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/>
          </a:p>
        </p:txBody>
      </p:sp>
      <p:sp>
        <p:nvSpPr>
          <p:cNvPr id="255" name="Google Shape;255;p12"/>
          <p:cNvSpPr txBox="1"/>
          <p:nvPr>
            <p:ph idx="1" type="body"/>
          </p:nvPr>
        </p:nvSpPr>
        <p:spPr>
          <a:xfrm>
            <a:off x="428625" y="17002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 vu dans cette présentation les points suivants: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Présentation du cours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Flux de développement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2008-12-10T19:09:50Z</dcterms:created>
  <dc:creator>Hafed Benteftifa</dc:creator>
</cp:coreProperties>
</file>