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7099300" cy="1023460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  <p:ext uri="GoogleSlidesCustomDataVersion2">
      <go:slidesCustomData xmlns:go="http://customooxmlschemas.google.com/" r:id="rId22" roundtripDataSignature="AMtx7miiKAqgTcDETYWu1UhvFlhNPQes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7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5" name="Google Shape;4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" name="Google Shape;4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/>
        </p:nvSpPr>
        <p:spPr>
          <a:xfrm>
            <a:off x="1668462" y="6496050"/>
            <a:ext cx="7475537" cy="376237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6"/>
          <p:cNvSpPr txBox="1"/>
          <p:nvPr/>
        </p:nvSpPr>
        <p:spPr>
          <a:xfrm>
            <a:off x="0" y="6524625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6"/>
          <p:cNvSpPr txBox="1"/>
          <p:nvPr/>
        </p:nvSpPr>
        <p:spPr>
          <a:xfrm>
            <a:off x="481012" y="6464300"/>
            <a:ext cx="61579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Algorithmes et structures de données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BDEB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6802437" y="6524625"/>
            <a:ext cx="23415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655637" y="1960562"/>
            <a:ext cx="7772400" cy="881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Lecture et écriture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382712" y="4160837"/>
            <a:ext cx="6400800" cy="1008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457200" y="1600200"/>
            <a:ext cx="8229600" cy="377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objectifs de ce cours sont les suivants:</a:t>
            </a:r>
            <a:b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Écriture-affichage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Rappel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457200" y="1600200"/>
            <a:ext cx="8383587" cy="357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Suite d’instructions, qui une fois exécutée correctement, conduit à un résultat donné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algorithme doit donc contenir uniquement des instructions compréhensibles par celui qui devra l’exécuter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Besoin  de dialogue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Utilisateur-machine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673100" y="18161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cours de l’exécution, besoin de communiquer des infos (données)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dans les deux sens.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 en provenance: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extérieur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utilisateur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résultats intermédiaires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Référence: C’est la machine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Lecture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cours de l’exécution, besoin d’avoir des données pour le traitement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se basant  sur le déroulement de l’algorithme, l’ordinateur</a:t>
            </a:r>
            <a:r>
              <a:rPr b="0" i="0" lang="en-US" sz="44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LIT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les données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Lire ou Saisir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412" y="5162550"/>
            <a:ext cx="655637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9925" y="5368925"/>
            <a:ext cx="44450" cy="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Lecture</a:t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233362" y="1584325"/>
            <a:ext cx="8672512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Lire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mavaleur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612775" y="3630612"/>
            <a:ext cx="2090737" cy="1141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Lecture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4921250" y="3630612"/>
            <a:ext cx="2660650" cy="1141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Destination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6"/>
          <p:cNvCxnSpPr>
            <a:endCxn id="95" idx="0"/>
          </p:cNvCxnSpPr>
          <p:nvPr/>
        </p:nvCxnSpPr>
        <p:spPr>
          <a:xfrm flipH="1">
            <a:off x="1658144" y="2682912"/>
            <a:ext cx="484500" cy="9477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" name="Google Shape;98;p6"/>
          <p:cNvCxnSpPr/>
          <p:nvPr/>
        </p:nvCxnSpPr>
        <p:spPr>
          <a:xfrm>
            <a:off x="3879850" y="2746375"/>
            <a:ext cx="1379400" cy="8841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233362" y="1584325"/>
            <a:ext cx="8686800" cy="3316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687387" y="1223962"/>
            <a:ext cx="6407150" cy="2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mavaleur, total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Lire	mavaleur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		      mavaleur *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 rot="10800000">
            <a:off x="1733550" y="3327400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812" y="2786062"/>
            <a:ext cx="549275" cy="90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endParaRPr/>
          </a:p>
        </p:txBody>
      </p:sp>
      <p:sp>
        <p:nvSpPr>
          <p:cNvPr id="115" name="Google Shape;115;p8"/>
          <p:cNvSpPr txBox="1"/>
          <p:nvPr/>
        </p:nvSpPr>
        <p:spPr>
          <a:xfrm>
            <a:off x="233362" y="1239837"/>
            <a:ext cx="8686800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687387" y="1223962"/>
            <a:ext cx="8115300" cy="459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Syntaxe est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correcte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 l’utilisateur doit-il entrer la valeur ? Comment le sait-il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L’algorithme résout un problème donné mais comment l’utilisateur sait-il que le problème est résolu ? Quel est l’indicateur?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5562" y="2203450"/>
            <a:ext cx="139065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2762" y="2398712"/>
            <a:ext cx="81915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2150" y="3382962"/>
            <a:ext cx="1539875" cy="2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endParaRPr/>
          </a:p>
        </p:txBody>
      </p:sp>
      <p:sp>
        <p:nvSpPr>
          <p:cNvPr id="126" name="Google Shape;126;p9"/>
          <p:cNvSpPr txBox="1"/>
          <p:nvPr/>
        </p:nvSpPr>
        <p:spPr>
          <a:xfrm>
            <a:off x="233362" y="1239837"/>
            <a:ext cx="8686800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687387" y="1223962"/>
            <a:ext cx="8115300" cy="459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Syntaxe est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correcte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 l’utilisateur doit-il entrer la valeur ? Comment le sait-il ? </a:t>
            </a:r>
            <a:r>
              <a:rPr b="1" i="0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Utiliser un libellé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L’algorithme résout un problème donné mais comment l’utilisateur sait-il que le problème est résolu ? Quel est l’indicateur?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Utiliser l’instruction </a:t>
            </a:r>
            <a:r>
              <a:rPr b="1" lang="en-US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ECRIRE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7262" y="4748212"/>
            <a:ext cx="134937" cy="39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457200" y="274637"/>
            <a:ext cx="82296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Écriture-</a:t>
            </a:r>
            <a:b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Affichage</a:t>
            </a:r>
            <a:endParaRPr/>
          </a:p>
        </p:txBody>
      </p:sp>
      <p:sp>
        <p:nvSpPr>
          <p:cNvPr id="135" name="Google Shape;135;p10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cours de l’exécution, besoin de communiquer </a:t>
            </a: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l’utilisateur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se basant  sur le déroulement de l’algorithme, l’ordinateur</a:t>
            </a:r>
            <a:r>
              <a:rPr b="0" i="0" lang="en-US" sz="44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ÉCRIT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 messages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Instruction: </a:t>
            </a:r>
            <a:r>
              <a:rPr lang="en-US" sz="32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Ecrire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Écriture</a:t>
            </a:r>
            <a:endParaRPr/>
          </a:p>
        </p:txBody>
      </p:sp>
      <p:sp>
        <p:nvSpPr>
          <p:cNvPr id="142" name="Google Shape;142;p11"/>
          <p:cNvSpPr txBox="1"/>
          <p:nvPr/>
        </p:nvSpPr>
        <p:spPr>
          <a:xfrm>
            <a:off x="233362" y="1584325"/>
            <a:ext cx="8672512" cy="1246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Écriture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Ecrire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mavaleur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 txBox="1"/>
          <p:nvPr/>
        </p:nvSpPr>
        <p:spPr>
          <a:xfrm>
            <a:off x="612775" y="3630612"/>
            <a:ext cx="2090737" cy="1141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écriture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 txBox="1"/>
          <p:nvPr/>
        </p:nvSpPr>
        <p:spPr>
          <a:xfrm>
            <a:off x="4921250" y="3630612"/>
            <a:ext cx="2660650" cy="70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11"/>
          <p:cNvCxnSpPr/>
          <p:nvPr/>
        </p:nvCxnSpPr>
        <p:spPr>
          <a:xfrm flipH="1">
            <a:off x="2008175" y="2855300"/>
            <a:ext cx="232800" cy="7881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" name="Google Shape;146;p11"/>
          <p:cNvCxnSpPr/>
          <p:nvPr/>
        </p:nvCxnSpPr>
        <p:spPr>
          <a:xfrm>
            <a:off x="3972975" y="2715350"/>
            <a:ext cx="2248500" cy="8517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Écriture</a:t>
            </a:r>
            <a:endParaRPr/>
          </a:p>
        </p:txBody>
      </p:sp>
      <p:sp>
        <p:nvSpPr>
          <p:cNvPr id="153" name="Google Shape;153;p12"/>
          <p:cNvSpPr txBox="1"/>
          <p:nvPr/>
        </p:nvSpPr>
        <p:spPr>
          <a:xfrm>
            <a:off x="233362" y="1584325"/>
            <a:ext cx="8672512" cy="1246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Écriture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‘’Veuillez entrer une valeur:’’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612775" y="3630612"/>
            <a:ext cx="2090737" cy="1141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écriture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4921250" y="3630612"/>
            <a:ext cx="2705100" cy="151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Libellé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12"/>
          <p:cNvCxnSpPr/>
          <p:nvPr/>
        </p:nvCxnSpPr>
        <p:spPr>
          <a:xfrm flipH="1">
            <a:off x="1663750" y="2592875"/>
            <a:ext cx="349800" cy="10647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" name="Google Shape;157;p12"/>
          <p:cNvCxnSpPr/>
          <p:nvPr/>
        </p:nvCxnSpPr>
        <p:spPr>
          <a:xfrm>
            <a:off x="4841875" y="2682875"/>
            <a:ext cx="1379537" cy="88423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233362" y="1584325"/>
            <a:ext cx="8686800" cy="2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687387" y="1223962"/>
            <a:ext cx="6407150" cy="2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mavaleur, total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Lire	mavaleur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		       mavaleur *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13"/>
          <p:cNvCxnSpPr/>
          <p:nvPr/>
        </p:nvCxnSpPr>
        <p:spPr>
          <a:xfrm rot="10800000">
            <a:off x="1733550" y="3327400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7" name="Google Shape;167;p13"/>
          <p:cNvSpPr txBox="1"/>
          <p:nvPr/>
        </p:nvSpPr>
        <p:spPr>
          <a:xfrm>
            <a:off x="5748337" y="2143125"/>
            <a:ext cx="3125787" cy="63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Ajouter un libellé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5813425" y="3241675"/>
            <a:ext cx="3140075" cy="63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Afficher résultat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3"/>
          <p:cNvCxnSpPr/>
          <p:nvPr/>
        </p:nvCxnSpPr>
        <p:spPr>
          <a:xfrm rot="10800000">
            <a:off x="3433762" y="3603625"/>
            <a:ext cx="2187575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0" name="Google Shape;170;p13"/>
          <p:cNvCxnSpPr/>
          <p:nvPr/>
        </p:nvCxnSpPr>
        <p:spPr>
          <a:xfrm rot="10800000">
            <a:off x="3379787" y="2500312"/>
            <a:ext cx="2187575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233362" y="1239837"/>
            <a:ext cx="8686800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687387" y="1223962"/>
            <a:ext cx="7140575" cy="457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mavaleur, total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Ecrire ‘’Veuillez entrer une valeur:’’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Lire	mavaleur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		       mavaleur *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Ecrire ‘’Total est:’’ &amp;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14"/>
          <p:cNvCxnSpPr/>
          <p:nvPr/>
        </p:nvCxnSpPr>
        <p:spPr>
          <a:xfrm rot="10800000">
            <a:off x="1733550" y="3897312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80" name="Google Shape;1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512" y="4705350"/>
            <a:ext cx="31750" cy="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9650" y="4352925"/>
            <a:ext cx="107950" cy="4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112" y="933450"/>
            <a:ext cx="17462" cy="1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16375" y="4745037"/>
            <a:ext cx="42862" cy="33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233362" y="1584325"/>
            <a:ext cx="8612187" cy="434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Nous avons abordé dans ce cours les points suivants: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368300" y="2663825"/>
            <a:ext cx="8229600" cy="377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 pour lecture et écriture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Écriture-affichage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2008-12-10T19:09:50Z</dcterms:created>
  <dc:creator>Hafed Benteftifa</dc:creator>
</cp:coreProperties>
</file>