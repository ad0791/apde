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99300" cy="102346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jwbKYVUsiEyLnzfQ/GMvmUfgP0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2.xml"/><Relationship Id="rId29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2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3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22" Type="http://schemas.openxmlformats.org/officeDocument/2006/relationships/image" Target="../media/image18.png"/><Relationship Id="rId21" Type="http://schemas.openxmlformats.org/officeDocument/2006/relationships/image" Target="../media/image26.png"/><Relationship Id="rId24" Type="http://schemas.openxmlformats.org/officeDocument/2006/relationships/image" Target="../media/image20.png"/><Relationship Id="rId23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26" Type="http://schemas.openxmlformats.org/officeDocument/2006/relationships/image" Target="../media/image25.png"/><Relationship Id="rId25" Type="http://schemas.openxmlformats.org/officeDocument/2006/relationships/image" Target="../media/image31.png"/><Relationship Id="rId28" Type="http://schemas.openxmlformats.org/officeDocument/2006/relationships/image" Target="../media/image28.png"/><Relationship Id="rId27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29" Type="http://schemas.openxmlformats.org/officeDocument/2006/relationships/image" Target="../media/image27.png"/><Relationship Id="rId7" Type="http://schemas.openxmlformats.org/officeDocument/2006/relationships/image" Target="../media/image3.png"/><Relationship Id="rId8" Type="http://schemas.openxmlformats.org/officeDocument/2006/relationships/image" Target="../media/image5.png"/><Relationship Id="rId11" Type="http://schemas.openxmlformats.org/officeDocument/2006/relationships/image" Target="../media/image6.png"/><Relationship Id="rId10" Type="http://schemas.openxmlformats.org/officeDocument/2006/relationships/image" Target="../media/image24.png"/><Relationship Id="rId13" Type="http://schemas.openxmlformats.org/officeDocument/2006/relationships/image" Target="../media/image10.png"/><Relationship Id="rId12" Type="http://schemas.openxmlformats.org/officeDocument/2006/relationships/image" Target="../media/image15.png"/><Relationship Id="rId15" Type="http://schemas.openxmlformats.org/officeDocument/2006/relationships/image" Target="../media/image13.png"/><Relationship Id="rId14" Type="http://schemas.openxmlformats.org/officeDocument/2006/relationships/image" Target="../media/image4.png"/><Relationship Id="rId17" Type="http://schemas.openxmlformats.org/officeDocument/2006/relationships/image" Target="../media/image19.png"/><Relationship Id="rId16" Type="http://schemas.openxmlformats.org/officeDocument/2006/relationships/image" Target="../media/image17.png"/><Relationship Id="rId19" Type="http://schemas.openxmlformats.org/officeDocument/2006/relationships/image" Target="../media/image22.png"/><Relationship Id="rId1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22" Type="http://schemas.openxmlformats.org/officeDocument/2006/relationships/image" Target="../media/image62.png"/><Relationship Id="rId21" Type="http://schemas.openxmlformats.org/officeDocument/2006/relationships/image" Target="../media/image49.png"/><Relationship Id="rId24" Type="http://schemas.openxmlformats.org/officeDocument/2006/relationships/image" Target="../media/image50.png"/><Relationship Id="rId23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Relationship Id="rId26" Type="http://schemas.openxmlformats.org/officeDocument/2006/relationships/image" Target="../media/image56.png"/><Relationship Id="rId25" Type="http://schemas.openxmlformats.org/officeDocument/2006/relationships/image" Target="../media/image59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5" Type="http://schemas.openxmlformats.org/officeDocument/2006/relationships/image" Target="../media/image60.png"/><Relationship Id="rId6" Type="http://schemas.openxmlformats.org/officeDocument/2006/relationships/image" Target="../media/image36.png"/><Relationship Id="rId29" Type="http://schemas.openxmlformats.org/officeDocument/2006/relationships/image" Target="../media/image52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Relationship Id="rId31" Type="http://schemas.openxmlformats.org/officeDocument/2006/relationships/image" Target="../media/image64.png"/><Relationship Id="rId30" Type="http://schemas.openxmlformats.org/officeDocument/2006/relationships/image" Target="../media/image57.png"/><Relationship Id="rId11" Type="http://schemas.openxmlformats.org/officeDocument/2006/relationships/image" Target="../media/image38.png"/><Relationship Id="rId33" Type="http://schemas.openxmlformats.org/officeDocument/2006/relationships/image" Target="../media/image85.png"/><Relationship Id="rId10" Type="http://schemas.openxmlformats.org/officeDocument/2006/relationships/image" Target="../media/image30.png"/><Relationship Id="rId32" Type="http://schemas.openxmlformats.org/officeDocument/2006/relationships/image" Target="../media/image54.png"/><Relationship Id="rId13" Type="http://schemas.openxmlformats.org/officeDocument/2006/relationships/image" Target="../media/image46.png"/><Relationship Id="rId35" Type="http://schemas.openxmlformats.org/officeDocument/2006/relationships/image" Target="../media/image63.png"/><Relationship Id="rId12" Type="http://schemas.openxmlformats.org/officeDocument/2006/relationships/image" Target="../media/image34.png"/><Relationship Id="rId34" Type="http://schemas.openxmlformats.org/officeDocument/2006/relationships/image" Target="../media/image55.png"/><Relationship Id="rId15" Type="http://schemas.openxmlformats.org/officeDocument/2006/relationships/image" Target="../media/image44.png"/><Relationship Id="rId37" Type="http://schemas.openxmlformats.org/officeDocument/2006/relationships/image" Target="../media/image61.png"/><Relationship Id="rId14" Type="http://schemas.openxmlformats.org/officeDocument/2006/relationships/image" Target="../media/image43.png"/><Relationship Id="rId36" Type="http://schemas.openxmlformats.org/officeDocument/2006/relationships/image" Target="../media/image66.png"/><Relationship Id="rId17" Type="http://schemas.openxmlformats.org/officeDocument/2006/relationships/image" Target="../media/image45.png"/><Relationship Id="rId16" Type="http://schemas.openxmlformats.org/officeDocument/2006/relationships/image" Target="../media/image39.png"/><Relationship Id="rId38" Type="http://schemas.openxmlformats.org/officeDocument/2006/relationships/image" Target="../media/image65.png"/><Relationship Id="rId19" Type="http://schemas.openxmlformats.org/officeDocument/2006/relationships/image" Target="../media/image40.png"/><Relationship Id="rId1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4.png"/><Relationship Id="rId42" Type="http://schemas.openxmlformats.org/officeDocument/2006/relationships/image" Target="../media/image94.png"/><Relationship Id="rId41" Type="http://schemas.openxmlformats.org/officeDocument/2006/relationships/image" Target="../media/image112.png"/><Relationship Id="rId44" Type="http://schemas.openxmlformats.org/officeDocument/2006/relationships/image" Target="../media/image108.png"/><Relationship Id="rId43" Type="http://schemas.openxmlformats.org/officeDocument/2006/relationships/image" Target="../media/image102.png"/><Relationship Id="rId46" Type="http://schemas.openxmlformats.org/officeDocument/2006/relationships/image" Target="../media/image111.png"/><Relationship Id="rId45" Type="http://schemas.openxmlformats.org/officeDocument/2006/relationships/image" Target="../media/image105.png"/><Relationship Id="rId48" Type="http://schemas.openxmlformats.org/officeDocument/2006/relationships/image" Target="../media/image110.png"/><Relationship Id="rId47" Type="http://schemas.openxmlformats.org/officeDocument/2006/relationships/image" Target="../media/image101.png"/><Relationship Id="rId49" Type="http://schemas.openxmlformats.org/officeDocument/2006/relationships/image" Target="../media/image103.png"/><Relationship Id="rId31" Type="http://schemas.openxmlformats.org/officeDocument/2006/relationships/image" Target="../media/image89.png"/><Relationship Id="rId30" Type="http://schemas.openxmlformats.org/officeDocument/2006/relationships/image" Target="../media/image98.png"/><Relationship Id="rId33" Type="http://schemas.openxmlformats.org/officeDocument/2006/relationships/image" Target="../media/image99.png"/><Relationship Id="rId32" Type="http://schemas.openxmlformats.org/officeDocument/2006/relationships/image" Target="../media/image115.png"/><Relationship Id="rId35" Type="http://schemas.openxmlformats.org/officeDocument/2006/relationships/image" Target="../media/image97.png"/><Relationship Id="rId34" Type="http://schemas.openxmlformats.org/officeDocument/2006/relationships/image" Target="../media/image130.png"/><Relationship Id="rId37" Type="http://schemas.openxmlformats.org/officeDocument/2006/relationships/image" Target="../media/image107.png"/><Relationship Id="rId36" Type="http://schemas.openxmlformats.org/officeDocument/2006/relationships/image" Target="../media/image87.png"/><Relationship Id="rId39" Type="http://schemas.openxmlformats.org/officeDocument/2006/relationships/image" Target="../media/image95.png"/><Relationship Id="rId38" Type="http://schemas.openxmlformats.org/officeDocument/2006/relationships/image" Target="../media/image109.png"/><Relationship Id="rId20" Type="http://schemas.openxmlformats.org/officeDocument/2006/relationships/image" Target="../media/image76.png"/><Relationship Id="rId22" Type="http://schemas.openxmlformats.org/officeDocument/2006/relationships/image" Target="../media/image96.png"/><Relationship Id="rId21" Type="http://schemas.openxmlformats.org/officeDocument/2006/relationships/image" Target="../media/image81.png"/><Relationship Id="rId24" Type="http://schemas.openxmlformats.org/officeDocument/2006/relationships/image" Target="../media/image100.png"/><Relationship Id="rId23" Type="http://schemas.openxmlformats.org/officeDocument/2006/relationships/image" Target="../media/image83.png"/><Relationship Id="rId26" Type="http://schemas.openxmlformats.org/officeDocument/2006/relationships/image" Target="../media/image92.png"/><Relationship Id="rId25" Type="http://schemas.openxmlformats.org/officeDocument/2006/relationships/image" Target="../media/image84.png"/><Relationship Id="rId28" Type="http://schemas.openxmlformats.org/officeDocument/2006/relationships/image" Target="../media/image90.png"/><Relationship Id="rId27" Type="http://schemas.openxmlformats.org/officeDocument/2006/relationships/image" Target="../media/image93.png"/><Relationship Id="rId29" Type="http://schemas.openxmlformats.org/officeDocument/2006/relationships/image" Target="../media/image88.png"/><Relationship Id="rId95" Type="http://schemas.openxmlformats.org/officeDocument/2006/relationships/image" Target="../media/image152.png"/><Relationship Id="rId94" Type="http://schemas.openxmlformats.org/officeDocument/2006/relationships/image" Target="../media/image151.png"/><Relationship Id="rId97" Type="http://schemas.openxmlformats.org/officeDocument/2006/relationships/image" Target="../media/image168.png"/><Relationship Id="rId96" Type="http://schemas.openxmlformats.org/officeDocument/2006/relationships/image" Target="../media/image160.png"/><Relationship Id="rId11" Type="http://schemas.openxmlformats.org/officeDocument/2006/relationships/image" Target="../media/image91.png"/><Relationship Id="rId10" Type="http://schemas.openxmlformats.org/officeDocument/2006/relationships/image" Target="../media/image70.png"/><Relationship Id="rId98" Type="http://schemas.openxmlformats.org/officeDocument/2006/relationships/image" Target="../media/image156.png"/><Relationship Id="rId13" Type="http://schemas.openxmlformats.org/officeDocument/2006/relationships/image" Target="../media/image86.png"/><Relationship Id="rId12" Type="http://schemas.openxmlformats.org/officeDocument/2006/relationships/image" Target="../media/image71.png"/><Relationship Id="rId91" Type="http://schemas.openxmlformats.org/officeDocument/2006/relationships/image" Target="../media/image158.png"/><Relationship Id="rId90" Type="http://schemas.openxmlformats.org/officeDocument/2006/relationships/image" Target="../media/image149.png"/><Relationship Id="rId93" Type="http://schemas.openxmlformats.org/officeDocument/2006/relationships/image" Target="../media/image157.png"/><Relationship Id="rId92" Type="http://schemas.openxmlformats.org/officeDocument/2006/relationships/image" Target="../media/image155.png"/><Relationship Id="rId15" Type="http://schemas.openxmlformats.org/officeDocument/2006/relationships/image" Target="../media/image77.png"/><Relationship Id="rId14" Type="http://schemas.openxmlformats.org/officeDocument/2006/relationships/image" Target="../media/image72.png"/><Relationship Id="rId17" Type="http://schemas.openxmlformats.org/officeDocument/2006/relationships/image" Target="../media/image74.png"/><Relationship Id="rId16" Type="http://schemas.openxmlformats.org/officeDocument/2006/relationships/image" Target="../media/image78.png"/><Relationship Id="rId19" Type="http://schemas.openxmlformats.org/officeDocument/2006/relationships/image" Target="../media/image82.png"/><Relationship Id="rId18" Type="http://schemas.openxmlformats.org/officeDocument/2006/relationships/image" Target="../media/image16.png"/><Relationship Id="rId84" Type="http://schemas.openxmlformats.org/officeDocument/2006/relationships/image" Target="../media/image147.png"/><Relationship Id="rId83" Type="http://schemas.openxmlformats.org/officeDocument/2006/relationships/image" Target="../media/image148.png"/><Relationship Id="rId86" Type="http://schemas.openxmlformats.org/officeDocument/2006/relationships/image" Target="../media/image146.png"/><Relationship Id="rId85" Type="http://schemas.openxmlformats.org/officeDocument/2006/relationships/image" Target="../media/image150.png"/><Relationship Id="rId88" Type="http://schemas.openxmlformats.org/officeDocument/2006/relationships/image" Target="../media/image144.png"/><Relationship Id="rId87" Type="http://schemas.openxmlformats.org/officeDocument/2006/relationships/image" Target="../media/image143.png"/><Relationship Id="rId89" Type="http://schemas.openxmlformats.org/officeDocument/2006/relationships/image" Target="../media/image153.png"/><Relationship Id="rId80" Type="http://schemas.openxmlformats.org/officeDocument/2006/relationships/image" Target="../media/image154.png"/><Relationship Id="rId82" Type="http://schemas.openxmlformats.org/officeDocument/2006/relationships/image" Target="../media/image145.png"/><Relationship Id="rId81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7.png"/><Relationship Id="rId4" Type="http://schemas.openxmlformats.org/officeDocument/2006/relationships/image" Target="../media/image80.png"/><Relationship Id="rId9" Type="http://schemas.openxmlformats.org/officeDocument/2006/relationships/image" Target="../media/image73.png"/><Relationship Id="rId5" Type="http://schemas.openxmlformats.org/officeDocument/2006/relationships/image" Target="../media/image11.png"/><Relationship Id="rId6" Type="http://schemas.openxmlformats.org/officeDocument/2006/relationships/image" Target="../media/image68.png"/><Relationship Id="rId7" Type="http://schemas.openxmlformats.org/officeDocument/2006/relationships/image" Target="../media/image75.png"/><Relationship Id="rId8" Type="http://schemas.openxmlformats.org/officeDocument/2006/relationships/image" Target="../media/image79.png"/><Relationship Id="rId73" Type="http://schemas.openxmlformats.org/officeDocument/2006/relationships/image" Target="../media/image137.png"/><Relationship Id="rId72" Type="http://schemas.openxmlformats.org/officeDocument/2006/relationships/image" Target="../media/image138.png"/><Relationship Id="rId75" Type="http://schemas.openxmlformats.org/officeDocument/2006/relationships/image" Target="../media/image171.png"/><Relationship Id="rId74" Type="http://schemas.openxmlformats.org/officeDocument/2006/relationships/image" Target="../media/image139.png"/><Relationship Id="rId77" Type="http://schemas.openxmlformats.org/officeDocument/2006/relationships/image" Target="../media/image135.png"/><Relationship Id="rId76" Type="http://schemas.openxmlformats.org/officeDocument/2006/relationships/image" Target="../media/image136.png"/><Relationship Id="rId79" Type="http://schemas.openxmlformats.org/officeDocument/2006/relationships/image" Target="../media/image141.png"/><Relationship Id="rId78" Type="http://schemas.openxmlformats.org/officeDocument/2006/relationships/image" Target="../media/image142.png"/><Relationship Id="rId71" Type="http://schemas.openxmlformats.org/officeDocument/2006/relationships/image" Target="../media/image134.png"/><Relationship Id="rId70" Type="http://schemas.openxmlformats.org/officeDocument/2006/relationships/image" Target="../media/image131.png"/><Relationship Id="rId62" Type="http://schemas.openxmlformats.org/officeDocument/2006/relationships/image" Target="../media/image124.png"/><Relationship Id="rId61" Type="http://schemas.openxmlformats.org/officeDocument/2006/relationships/image" Target="../media/image121.png"/><Relationship Id="rId64" Type="http://schemas.openxmlformats.org/officeDocument/2006/relationships/image" Target="../media/image122.png"/><Relationship Id="rId63" Type="http://schemas.openxmlformats.org/officeDocument/2006/relationships/image" Target="../media/image123.png"/><Relationship Id="rId66" Type="http://schemas.openxmlformats.org/officeDocument/2006/relationships/image" Target="../media/image132.png"/><Relationship Id="rId65" Type="http://schemas.openxmlformats.org/officeDocument/2006/relationships/image" Target="../media/image127.png"/><Relationship Id="rId68" Type="http://schemas.openxmlformats.org/officeDocument/2006/relationships/image" Target="../media/image129.png"/><Relationship Id="rId67" Type="http://schemas.openxmlformats.org/officeDocument/2006/relationships/image" Target="../media/image126.png"/><Relationship Id="rId60" Type="http://schemas.openxmlformats.org/officeDocument/2006/relationships/image" Target="../media/image125.png"/><Relationship Id="rId69" Type="http://schemas.openxmlformats.org/officeDocument/2006/relationships/image" Target="../media/image133.png"/><Relationship Id="rId51" Type="http://schemas.openxmlformats.org/officeDocument/2006/relationships/image" Target="../media/image113.png"/><Relationship Id="rId50" Type="http://schemas.openxmlformats.org/officeDocument/2006/relationships/image" Target="../media/image128.png"/><Relationship Id="rId53" Type="http://schemas.openxmlformats.org/officeDocument/2006/relationships/image" Target="../media/image118.png"/><Relationship Id="rId52" Type="http://schemas.openxmlformats.org/officeDocument/2006/relationships/image" Target="../media/image106.png"/><Relationship Id="rId55" Type="http://schemas.openxmlformats.org/officeDocument/2006/relationships/image" Target="../media/image120.png"/><Relationship Id="rId54" Type="http://schemas.openxmlformats.org/officeDocument/2006/relationships/image" Target="../media/image117.png"/><Relationship Id="rId57" Type="http://schemas.openxmlformats.org/officeDocument/2006/relationships/image" Target="../media/image116.png"/><Relationship Id="rId56" Type="http://schemas.openxmlformats.org/officeDocument/2006/relationships/image" Target="../media/image114.png"/><Relationship Id="rId59" Type="http://schemas.openxmlformats.org/officeDocument/2006/relationships/image" Target="../media/image165.png"/><Relationship Id="rId58" Type="http://schemas.openxmlformats.org/officeDocument/2006/relationships/image" Target="../media/image1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9.png"/><Relationship Id="rId4" Type="http://schemas.openxmlformats.org/officeDocument/2006/relationships/image" Target="../media/image170.png"/><Relationship Id="rId5" Type="http://schemas.openxmlformats.org/officeDocument/2006/relationships/image" Target="../media/image16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75.png"/><Relationship Id="rId6" Type="http://schemas.openxmlformats.org/officeDocument/2006/relationships/image" Target="../media/image16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1.png"/><Relationship Id="rId4" Type="http://schemas.openxmlformats.org/officeDocument/2006/relationships/image" Target="../media/image189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4.png"/><Relationship Id="rId22" Type="http://schemas.openxmlformats.org/officeDocument/2006/relationships/image" Target="../media/image186.png"/><Relationship Id="rId21" Type="http://schemas.openxmlformats.org/officeDocument/2006/relationships/image" Target="../media/image187.png"/><Relationship Id="rId24" Type="http://schemas.openxmlformats.org/officeDocument/2006/relationships/image" Target="../media/image193.png"/><Relationship Id="rId23" Type="http://schemas.openxmlformats.org/officeDocument/2006/relationships/image" Target="../media/image188.png"/><Relationship Id="rId11" Type="http://schemas.openxmlformats.org/officeDocument/2006/relationships/image" Target="../media/image185.png"/><Relationship Id="rId10" Type="http://schemas.openxmlformats.org/officeDocument/2006/relationships/image" Target="../media/image191.png"/><Relationship Id="rId13" Type="http://schemas.openxmlformats.org/officeDocument/2006/relationships/image" Target="../media/image183.png"/><Relationship Id="rId12" Type="http://schemas.openxmlformats.org/officeDocument/2006/relationships/image" Target="../media/image176.png"/><Relationship Id="rId15" Type="http://schemas.openxmlformats.org/officeDocument/2006/relationships/image" Target="../media/image178.png"/><Relationship Id="rId14" Type="http://schemas.openxmlformats.org/officeDocument/2006/relationships/image" Target="../media/image194.png"/><Relationship Id="rId17" Type="http://schemas.openxmlformats.org/officeDocument/2006/relationships/image" Target="../media/image181.png"/><Relationship Id="rId16" Type="http://schemas.openxmlformats.org/officeDocument/2006/relationships/image" Target="../media/image190.png"/><Relationship Id="rId19" Type="http://schemas.openxmlformats.org/officeDocument/2006/relationships/image" Target="../media/image200.png"/><Relationship Id="rId18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7.png"/><Relationship Id="rId4" Type="http://schemas.openxmlformats.org/officeDocument/2006/relationships/image" Target="../media/image169.png"/><Relationship Id="rId9" Type="http://schemas.openxmlformats.org/officeDocument/2006/relationships/image" Target="../media/image173.png"/><Relationship Id="rId5" Type="http://schemas.openxmlformats.org/officeDocument/2006/relationships/image" Target="../media/image172.png"/><Relationship Id="rId6" Type="http://schemas.openxmlformats.org/officeDocument/2006/relationships/image" Target="../media/image180.png"/><Relationship Id="rId7" Type="http://schemas.openxmlformats.org/officeDocument/2006/relationships/image" Target="../media/image174.png"/><Relationship Id="rId8" Type="http://schemas.openxmlformats.org/officeDocument/2006/relationships/image" Target="../media/image179.png"/></Relationships>
</file>

<file path=ppt/slides/_rels/slide14.xml.rels><?xml version="1.0" encoding="UTF-8" standalone="yes"?><Relationships xmlns="http://schemas.openxmlformats.org/package/2006/relationships"><Relationship Id="rId31" Type="http://schemas.openxmlformats.org/officeDocument/2006/relationships/image" Target="../media/image216.png"/><Relationship Id="rId30" Type="http://schemas.openxmlformats.org/officeDocument/2006/relationships/image" Target="../media/image223.png"/><Relationship Id="rId33" Type="http://schemas.openxmlformats.org/officeDocument/2006/relationships/image" Target="../media/image222.png"/><Relationship Id="rId32" Type="http://schemas.openxmlformats.org/officeDocument/2006/relationships/image" Target="../media/image210.png"/><Relationship Id="rId35" Type="http://schemas.openxmlformats.org/officeDocument/2006/relationships/image" Target="../media/image226.png"/><Relationship Id="rId34" Type="http://schemas.openxmlformats.org/officeDocument/2006/relationships/image" Target="../media/image240.png"/><Relationship Id="rId20" Type="http://schemas.openxmlformats.org/officeDocument/2006/relationships/image" Target="../media/image209.png"/><Relationship Id="rId22" Type="http://schemas.openxmlformats.org/officeDocument/2006/relationships/image" Target="../media/image250.png"/><Relationship Id="rId21" Type="http://schemas.openxmlformats.org/officeDocument/2006/relationships/image" Target="../media/image213.png"/><Relationship Id="rId24" Type="http://schemas.openxmlformats.org/officeDocument/2006/relationships/image" Target="../media/image219.png"/><Relationship Id="rId23" Type="http://schemas.openxmlformats.org/officeDocument/2006/relationships/image" Target="../media/image215.png"/><Relationship Id="rId26" Type="http://schemas.openxmlformats.org/officeDocument/2006/relationships/image" Target="../media/image214.png"/><Relationship Id="rId25" Type="http://schemas.openxmlformats.org/officeDocument/2006/relationships/image" Target="../media/image224.png"/><Relationship Id="rId28" Type="http://schemas.openxmlformats.org/officeDocument/2006/relationships/image" Target="../media/image217.png"/><Relationship Id="rId27" Type="http://schemas.openxmlformats.org/officeDocument/2006/relationships/image" Target="../media/image220.png"/><Relationship Id="rId29" Type="http://schemas.openxmlformats.org/officeDocument/2006/relationships/image" Target="../media/image218.png"/><Relationship Id="rId11" Type="http://schemas.openxmlformats.org/officeDocument/2006/relationships/image" Target="../media/image196.png"/><Relationship Id="rId10" Type="http://schemas.openxmlformats.org/officeDocument/2006/relationships/image" Target="../media/image208.png"/><Relationship Id="rId13" Type="http://schemas.openxmlformats.org/officeDocument/2006/relationships/image" Target="../media/image207.png"/><Relationship Id="rId12" Type="http://schemas.openxmlformats.org/officeDocument/2006/relationships/image" Target="../media/image198.png"/><Relationship Id="rId15" Type="http://schemas.openxmlformats.org/officeDocument/2006/relationships/image" Target="../media/image203.png"/><Relationship Id="rId14" Type="http://schemas.openxmlformats.org/officeDocument/2006/relationships/image" Target="../media/image235.png"/><Relationship Id="rId17" Type="http://schemas.openxmlformats.org/officeDocument/2006/relationships/image" Target="../media/image211.png"/><Relationship Id="rId16" Type="http://schemas.openxmlformats.org/officeDocument/2006/relationships/image" Target="../media/image212.png"/><Relationship Id="rId19" Type="http://schemas.openxmlformats.org/officeDocument/2006/relationships/image" Target="../media/image205.png"/><Relationship Id="rId18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2.png"/><Relationship Id="rId4" Type="http://schemas.openxmlformats.org/officeDocument/2006/relationships/image" Target="../media/image201.png"/><Relationship Id="rId9" Type="http://schemas.openxmlformats.org/officeDocument/2006/relationships/image" Target="../media/image199.png"/><Relationship Id="rId5" Type="http://schemas.openxmlformats.org/officeDocument/2006/relationships/image" Target="../media/image197.png"/><Relationship Id="rId6" Type="http://schemas.openxmlformats.org/officeDocument/2006/relationships/image" Target="../media/image195.png"/><Relationship Id="rId7" Type="http://schemas.openxmlformats.org/officeDocument/2006/relationships/image" Target="../media/image204.png"/><Relationship Id="rId8" Type="http://schemas.openxmlformats.org/officeDocument/2006/relationships/image" Target="../media/image19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6.png"/><Relationship Id="rId4" Type="http://schemas.openxmlformats.org/officeDocument/2006/relationships/image" Target="../media/image221.png"/><Relationship Id="rId9" Type="http://schemas.openxmlformats.org/officeDocument/2006/relationships/image" Target="../media/image232.png"/><Relationship Id="rId5" Type="http://schemas.openxmlformats.org/officeDocument/2006/relationships/image" Target="../media/image228.png"/><Relationship Id="rId6" Type="http://schemas.openxmlformats.org/officeDocument/2006/relationships/image" Target="../media/image230.png"/><Relationship Id="rId7" Type="http://schemas.openxmlformats.org/officeDocument/2006/relationships/image" Target="../media/image225.png"/><Relationship Id="rId8" Type="http://schemas.openxmlformats.org/officeDocument/2006/relationships/image" Target="../media/image2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1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6.png"/><Relationship Id="rId7" Type="http://schemas.openxmlformats.org/officeDocument/2006/relationships/image" Target="../media/image241.png"/><Relationship Id="rId8" Type="http://schemas.openxmlformats.org/officeDocument/2006/relationships/image" Target="../media/image2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9.png"/><Relationship Id="rId10" Type="http://schemas.openxmlformats.org/officeDocument/2006/relationships/image" Target="../media/image254.png"/><Relationship Id="rId13" Type="http://schemas.openxmlformats.org/officeDocument/2006/relationships/image" Target="../media/image248.png"/><Relationship Id="rId12" Type="http://schemas.openxmlformats.org/officeDocument/2006/relationships/image" Target="../media/image247.png"/><Relationship Id="rId15" Type="http://schemas.openxmlformats.org/officeDocument/2006/relationships/image" Target="../media/image244.png"/><Relationship Id="rId14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7.png"/><Relationship Id="rId4" Type="http://schemas.openxmlformats.org/officeDocument/2006/relationships/image" Target="../media/image243.png"/><Relationship Id="rId9" Type="http://schemas.openxmlformats.org/officeDocument/2006/relationships/image" Target="../media/image245.png"/><Relationship Id="rId5" Type="http://schemas.openxmlformats.org/officeDocument/2006/relationships/image" Target="../media/image234.png"/><Relationship Id="rId6" Type="http://schemas.openxmlformats.org/officeDocument/2006/relationships/image" Target="../media/image242.png"/><Relationship Id="rId7" Type="http://schemas.openxmlformats.org/officeDocument/2006/relationships/image" Target="../media/image253.png"/><Relationship Id="rId8" Type="http://schemas.openxmlformats.org/officeDocument/2006/relationships/image" Target="../media/image2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2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 variables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Rappel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d’un Algorithme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Expressions et Opérateurs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Rappel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d’instructions, qui une fois exécutée correctement, conduit à un résultat donné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037" y="4170362"/>
            <a:ext cx="17462" cy="20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3"/>
          <p:cNvGrpSpPr/>
          <p:nvPr/>
        </p:nvGrpSpPr>
        <p:grpSpPr>
          <a:xfrm>
            <a:off x="1888062" y="4384862"/>
            <a:ext cx="4275315" cy="50053"/>
            <a:chOff x="1888142" y="4385973"/>
            <a:chExt cx="4275360" cy="48240"/>
          </a:xfrm>
        </p:grpSpPr>
        <p:pic>
          <p:nvPicPr>
            <p:cNvPr id="73" name="Google Shape;7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88142" y="438597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88142" y="438597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88142" y="4385973"/>
              <a:ext cx="4275360" cy="482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Structure d’un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algorithme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760412" y="1636712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 du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Déclaration de constantes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Déclaration de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Déclaration de fonctions, procédures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9562" y="2182812"/>
            <a:ext cx="290512" cy="38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3887" y="3028950"/>
            <a:ext cx="177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" y="1708150"/>
            <a:ext cx="320675" cy="150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4"/>
          <p:cNvGrpSpPr/>
          <p:nvPr/>
        </p:nvGrpSpPr>
        <p:grpSpPr>
          <a:xfrm>
            <a:off x="895876" y="2734220"/>
            <a:ext cx="3699051" cy="214452"/>
            <a:chOff x="895262" y="2733933"/>
            <a:chExt cx="3699360" cy="214920"/>
          </a:xfrm>
        </p:grpSpPr>
        <p:pic>
          <p:nvPicPr>
            <p:cNvPr id="88" name="Google Shape;8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82622" y="2812053"/>
              <a:ext cx="612000" cy="28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71102" y="2733933"/>
              <a:ext cx="176760" cy="179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5262" y="2859573"/>
              <a:ext cx="2621880" cy="892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1" name="Google Shape;9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1937" y="4370387"/>
            <a:ext cx="125412" cy="103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4"/>
          <p:cNvGrpSpPr/>
          <p:nvPr/>
        </p:nvGrpSpPr>
        <p:grpSpPr>
          <a:xfrm>
            <a:off x="2127777" y="3460074"/>
            <a:ext cx="1316211" cy="370010"/>
            <a:chOff x="2127858" y="3459284"/>
            <a:chExt cx="1316520" cy="371160"/>
          </a:xfrm>
        </p:grpSpPr>
        <p:pic>
          <p:nvPicPr>
            <p:cNvPr id="93" name="Google Shape;93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58818" y="3527684"/>
              <a:ext cx="87120" cy="23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27858" y="3459284"/>
              <a:ext cx="319320" cy="322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473098" y="3570164"/>
              <a:ext cx="304200" cy="14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752458" y="3580964"/>
              <a:ext cx="691920" cy="24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962338" y="3468284"/>
              <a:ext cx="132480" cy="345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4"/>
          <p:cNvGrpSpPr/>
          <p:nvPr/>
        </p:nvGrpSpPr>
        <p:grpSpPr>
          <a:xfrm>
            <a:off x="4407783" y="3461279"/>
            <a:ext cx="1586093" cy="260519"/>
            <a:chOff x="4408458" y="3461804"/>
            <a:chExt cx="1585800" cy="260640"/>
          </a:xfrm>
        </p:grpSpPr>
        <p:pic>
          <p:nvPicPr>
            <p:cNvPr id="99" name="Google Shape;99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408458" y="3461804"/>
              <a:ext cx="504720" cy="26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984818" y="3580604"/>
              <a:ext cx="180000" cy="38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140698" y="3491324"/>
              <a:ext cx="461160" cy="21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622738" y="3526964"/>
              <a:ext cx="371520" cy="17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4"/>
          <p:cNvGrpSpPr/>
          <p:nvPr/>
        </p:nvGrpSpPr>
        <p:grpSpPr>
          <a:xfrm>
            <a:off x="2050348" y="6066377"/>
            <a:ext cx="733240" cy="276372"/>
            <a:chOff x="2050458" y="6066404"/>
            <a:chExt cx="733320" cy="276840"/>
          </a:xfrm>
        </p:grpSpPr>
        <p:pic>
          <p:nvPicPr>
            <p:cNvPr id="104" name="Google Shape;104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050458" y="6138764"/>
              <a:ext cx="550440" cy="171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587218" y="6066404"/>
              <a:ext cx="196560" cy="2768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9800" y="3749675"/>
            <a:ext cx="684212" cy="3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81062" y="6411912"/>
            <a:ext cx="300037" cy="31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4680475" y="1751540"/>
            <a:ext cx="2113139" cy="1476546"/>
            <a:chOff x="4680978" y="1751084"/>
            <a:chExt cx="2113200" cy="1477080"/>
          </a:xfrm>
        </p:grpSpPr>
        <p:pic>
          <p:nvPicPr>
            <p:cNvPr id="109" name="Google Shape;109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680978" y="1751084"/>
              <a:ext cx="847440" cy="1477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717058" y="2129084"/>
              <a:ext cx="1077120" cy="342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464058" y="2224484"/>
              <a:ext cx="218520" cy="55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153378" y="2235284"/>
              <a:ext cx="199080" cy="55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4"/>
          <p:cNvGrpSpPr/>
          <p:nvPr/>
        </p:nvGrpSpPr>
        <p:grpSpPr>
          <a:xfrm>
            <a:off x="319953" y="3153291"/>
            <a:ext cx="358991" cy="143071"/>
            <a:chOff x="320298" y="3153284"/>
            <a:chExt cx="358200" cy="142920"/>
          </a:xfrm>
        </p:grpSpPr>
        <p:pic>
          <p:nvPicPr>
            <p:cNvPr id="114" name="Google Shape;114;p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17498" y="3153284"/>
              <a:ext cx="249120" cy="142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320298" y="3179924"/>
              <a:ext cx="358200" cy="88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" name="Google Shape;116;p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636587" y="2139950"/>
            <a:ext cx="239712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besoin de manipuler des infos (données)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de différents types.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Données en provenance: extérieur, utilisateur, résultats intermédiaires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775" y="3911600"/>
            <a:ext cx="4392612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5005387"/>
            <a:ext cx="3590925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4275" y="1033462"/>
            <a:ext cx="2109787" cy="15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5"/>
          <p:cNvGrpSpPr/>
          <p:nvPr/>
        </p:nvGrpSpPr>
        <p:grpSpPr>
          <a:xfrm>
            <a:off x="2282123" y="419980"/>
            <a:ext cx="4013376" cy="1051113"/>
            <a:chOff x="2281938" y="420524"/>
            <a:chExt cx="4013640" cy="1050480"/>
          </a:xfrm>
        </p:grpSpPr>
        <p:pic>
          <p:nvPicPr>
            <p:cNvPr id="128" name="Google Shape;12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17938" y="427724"/>
              <a:ext cx="1658520" cy="22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20098" y="641204"/>
              <a:ext cx="596520" cy="150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56138" y="771884"/>
              <a:ext cx="147240" cy="573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81938" y="643724"/>
              <a:ext cx="102600" cy="681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51058" y="1323404"/>
              <a:ext cx="776160" cy="2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834898" y="608084"/>
              <a:ext cx="1339920" cy="1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819858" y="420524"/>
              <a:ext cx="770760" cy="26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448058" y="520964"/>
              <a:ext cx="139680" cy="45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882418" y="989324"/>
              <a:ext cx="1866960" cy="338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52818" y="1014884"/>
              <a:ext cx="96480" cy="31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839378" y="813644"/>
              <a:ext cx="582480" cy="139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317098" y="814724"/>
              <a:ext cx="225360" cy="28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208378" y="1282004"/>
              <a:ext cx="62640" cy="17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192538" y="1239524"/>
              <a:ext cx="178200" cy="207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381898" y="1345364"/>
              <a:ext cx="144360" cy="92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580618" y="1342124"/>
              <a:ext cx="194760" cy="8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762418" y="1355804"/>
              <a:ext cx="240480" cy="8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996058" y="1329884"/>
              <a:ext cx="150480" cy="92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117378" y="1332044"/>
              <a:ext cx="178200" cy="13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807778" y="1182284"/>
              <a:ext cx="183240" cy="716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8" name="Google Shape;148;p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017837" y="2833687"/>
            <a:ext cx="1666875" cy="104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5"/>
          <p:cNvGrpSpPr/>
          <p:nvPr/>
        </p:nvGrpSpPr>
        <p:grpSpPr>
          <a:xfrm>
            <a:off x="5860344" y="4684007"/>
            <a:ext cx="1852796" cy="1457149"/>
            <a:chOff x="5860338" y="4684364"/>
            <a:chExt cx="1852200" cy="1456560"/>
          </a:xfrm>
        </p:grpSpPr>
        <p:pic>
          <p:nvPicPr>
            <p:cNvPr id="150" name="Google Shape;150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860338" y="5208164"/>
              <a:ext cx="426960" cy="39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280458" y="5377364"/>
              <a:ext cx="172800" cy="234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545778" y="5154884"/>
              <a:ext cx="86760" cy="45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689778" y="5417684"/>
              <a:ext cx="235440" cy="17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997578" y="5155964"/>
              <a:ext cx="77040" cy="398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932058" y="5419844"/>
              <a:ext cx="279720" cy="11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149858" y="5323004"/>
              <a:ext cx="58680" cy="3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227978" y="5152004"/>
              <a:ext cx="121320" cy="441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337778" y="5393924"/>
              <a:ext cx="309240" cy="157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243738" y="5716124"/>
              <a:ext cx="1468800" cy="11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5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257778" y="4851404"/>
              <a:ext cx="1302480" cy="128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327258" y="4684364"/>
              <a:ext cx="1249920" cy="14295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457200" y="1600200"/>
            <a:ext cx="8383587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Boite avec étiquette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Niveau Machine: Mémoire repérée par une adresse.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362" y="2065337"/>
            <a:ext cx="1282700" cy="96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6"/>
          <p:cNvGrpSpPr/>
          <p:nvPr/>
        </p:nvGrpSpPr>
        <p:grpSpPr>
          <a:xfrm>
            <a:off x="3115197" y="3521598"/>
            <a:ext cx="3265671" cy="2152830"/>
            <a:chOff x="3115742" y="3522333"/>
            <a:chExt cx="3264480" cy="2152440"/>
          </a:xfrm>
        </p:grpSpPr>
        <p:pic>
          <p:nvPicPr>
            <p:cNvPr id="171" name="Google Shape;17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04102" y="3560853"/>
              <a:ext cx="2170080" cy="29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13742" y="3914013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13742" y="3914013"/>
              <a:ext cx="921600" cy="57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67742" y="3649773"/>
              <a:ext cx="1587960" cy="340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25942" y="3522333"/>
              <a:ext cx="626040" cy="1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88182" y="3633933"/>
              <a:ext cx="90360" cy="847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272093" y="3976293"/>
              <a:ext cx="121979" cy="79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15742" y="3887733"/>
              <a:ext cx="245880" cy="916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47062" y="4761394"/>
              <a:ext cx="1279080" cy="73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54422" y="4356093"/>
              <a:ext cx="135000" cy="20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517851" y="4304973"/>
              <a:ext cx="304582" cy="231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793982" y="4443268"/>
              <a:ext cx="200160" cy="76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963182" y="4395333"/>
              <a:ext cx="244800" cy="150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465382" y="4453653"/>
              <a:ext cx="1635120" cy="333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086822" y="4454733"/>
              <a:ext cx="18000" cy="2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216542" y="4049733"/>
              <a:ext cx="1166040" cy="600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007928" y="4877373"/>
              <a:ext cx="142869" cy="53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857422" y="4787013"/>
              <a:ext cx="451800" cy="285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360286" y="5132973"/>
              <a:ext cx="75710" cy="317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300222" y="5317293"/>
              <a:ext cx="1080000" cy="3574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6"/>
          <p:cNvGrpSpPr/>
          <p:nvPr/>
        </p:nvGrpSpPr>
        <p:grpSpPr>
          <a:xfrm>
            <a:off x="4998336" y="2826638"/>
            <a:ext cx="4001903" cy="1179684"/>
            <a:chOff x="4997778" y="2826764"/>
            <a:chExt cx="4002480" cy="1180080"/>
          </a:xfrm>
        </p:grpSpPr>
        <p:pic>
          <p:nvPicPr>
            <p:cNvPr id="192" name="Google Shape;192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132058" y="3034844"/>
              <a:ext cx="620280" cy="36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997778" y="3229244"/>
              <a:ext cx="339120" cy="286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831538" y="3031604"/>
              <a:ext cx="234360" cy="14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059778" y="3008204"/>
              <a:ext cx="230760" cy="14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271098" y="2826764"/>
              <a:ext cx="499320" cy="36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944298" y="2832164"/>
              <a:ext cx="179280" cy="462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244538" y="2968604"/>
              <a:ext cx="394200" cy="186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655658" y="2877884"/>
              <a:ext cx="53640" cy="33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7624338" y="3020444"/>
              <a:ext cx="245520" cy="132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853298" y="2965724"/>
              <a:ext cx="37800" cy="36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957698" y="2993444"/>
              <a:ext cx="337680" cy="16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498978" y="3337964"/>
              <a:ext cx="1664640" cy="20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948258" y="3608324"/>
              <a:ext cx="309600" cy="231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264698" y="3699044"/>
              <a:ext cx="894600" cy="15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105298" y="3679604"/>
              <a:ext cx="26280" cy="18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109258" y="3581324"/>
              <a:ext cx="192600" cy="24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8278818" y="3627404"/>
              <a:ext cx="160560" cy="37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8463498" y="3651164"/>
              <a:ext cx="536760" cy="148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6"/>
          <p:cNvGrpSpPr/>
          <p:nvPr/>
        </p:nvGrpSpPr>
        <p:grpSpPr>
          <a:xfrm>
            <a:off x="6750938" y="4026423"/>
            <a:ext cx="2292162" cy="1451156"/>
            <a:chOff x="6750618" y="4026284"/>
            <a:chExt cx="2292840" cy="1450800"/>
          </a:xfrm>
        </p:grpSpPr>
        <p:pic>
          <p:nvPicPr>
            <p:cNvPr id="211" name="Google Shape;211;p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793098" y="4508684"/>
              <a:ext cx="1165680" cy="30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6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920618" y="4496804"/>
              <a:ext cx="603360" cy="123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213578" y="4621724"/>
              <a:ext cx="1340280" cy="4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750618" y="4811804"/>
              <a:ext cx="612000" cy="182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847098" y="4849604"/>
              <a:ext cx="219240" cy="627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6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222938" y="5001884"/>
              <a:ext cx="10188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035738" y="5430284"/>
              <a:ext cx="349920" cy="44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6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375938" y="5006204"/>
              <a:ext cx="1218600" cy="40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6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422818" y="4645844"/>
              <a:ext cx="240480" cy="38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6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585098" y="4998644"/>
              <a:ext cx="663480" cy="22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6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450818" y="4101524"/>
              <a:ext cx="520200" cy="349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6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417698" y="4274324"/>
              <a:ext cx="216000" cy="17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6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080098" y="4026284"/>
              <a:ext cx="621000" cy="24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6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658258" y="4150124"/>
              <a:ext cx="39240" cy="2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6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754738" y="4150124"/>
              <a:ext cx="288720" cy="1573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6" name="Google Shape;226;p6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4032250" y="2681287"/>
            <a:ext cx="100330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6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2074862" y="3786187"/>
            <a:ext cx="169862" cy="301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6"/>
          <p:cNvGrpSpPr/>
          <p:nvPr/>
        </p:nvGrpSpPr>
        <p:grpSpPr>
          <a:xfrm>
            <a:off x="24697" y="3245376"/>
            <a:ext cx="2369956" cy="2756434"/>
            <a:chOff x="24378" y="3245084"/>
            <a:chExt cx="2369880" cy="2756880"/>
          </a:xfrm>
        </p:grpSpPr>
        <p:pic>
          <p:nvPicPr>
            <p:cNvPr id="229" name="Google Shape;229;p6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493098" y="3571244"/>
              <a:ext cx="119160" cy="243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6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2200938" y="3575564"/>
              <a:ext cx="167400" cy="2366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6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624138" y="3780044"/>
              <a:ext cx="1453320" cy="3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6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445218" y="4105844"/>
              <a:ext cx="1884960" cy="87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6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575538" y="5036444"/>
              <a:ext cx="1539720" cy="12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6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483378" y="5491484"/>
              <a:ext cx="1910880" cy="92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6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1763178" y="5023844"/>
              <a:ext cx="44352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6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62538" y="3874004"/>
              <a:ext cx="87120" cy="182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6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141738" y="3719204"/>
              <a:ext cx="214200" cy="28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6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312018" y="3777164"/>
              <a:ext cx="149760" cy="10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6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372138" y="3687524"/>
              <a:ext cx="63720" cy="29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6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435858" y="3653324"/>
              <a:ext cx="191520" cy="129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6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24378" y="5423804"/>
              <a:ext cx="169560" cy="146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6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167658" y="5367644"/>
              <a:ext cx="102240" cy="10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6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259458" y="5287004"/>
              <a:ext cx="200160" cy="11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6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868218" y="5212844"/>
              <a:ext cx="90000" cy="197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6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900618" y="5169284"/>
              <a:ext cx="180000" cy="5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6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881178" y="5252444"/>
              <a:ext cx="296280" cy="69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6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1177098" y="5208884"/>
              <a:ext cx="62280" cy="196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1217418" y="5266484"/>
              <a:ext cx="292320" cy="11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1513338" y="5138324"/>
              <a:ext cx="146520" cy="243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6"/>
            <p:cNvPicPr preferRelativeResize="0"/>
            <p:nvPr/>
          </p:nvPicPr>
          <p:blipFill rotWithShape="1">
            <a:blip r:embed="rId80">
              <a:alphaModFix/>
            </a:blip>
            <a:srcRect b="0" l="0" r="0" t="0"/>
            <a:stretch/>
          </p:blipFill>
          <p:spPr>
            <a:xfrm>
              <a:off x="1559418" y="5192324"/>
              <a:ext cx="460440" cy="251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6"/>
            <p:cNvPicPr preferRelativeResize="0"/>
            <p:nvPr/>
          </p:nvPicPr>
          <p:blipFill rotWithShape="1">
            <a:blip r:embed="rId81">
              <a:alphaModFix/>
            </a:blip>
            <a:srcRect b="0" l="0" r="0" t="0"/>
            <a:stretch/>
          </p:blipFill>
          <p:spPr>
            <a:xfrm>
              <a:off x="2005098" y="5190164"/>
              <a:ext cx="62280" cy="9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6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2052618" y="5205644"/>
              <a:ext cx="52920" cy="11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6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614418" y="5156684"/>
              <a:ext cx="102240" cy="110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6"/>
            <p:cNvPicPr preferRelativeResize="0"/>
            <p:nvPr/>
          </p:nvPicPr>
          <p:blipFill rotWithShape="1">
            <a:blip r:embed="rId84">
              <a:alphaModFix/>
            </a:blip>
            <a:srcRect b="0" l="0" r="0" t="0"/>
            <a:stretch/>
          </p:blipFill>
          <p:spPr>
            <a:xfrm>
              <a:off x="706578" y="5164604"/>
              <a:ext cx="63360" cy="53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6"/>
            <p:cNvPicPr preferRelativeResize="0"/>
            <p:nvPr/>
          </p:nvPicPr>
          <p:blipFill rotWithShape="1">
            <a:blip r:embed="rId85">
              <a:alphaModFix/>
            </a:blip>
            <a:srcRect b="0" l="0" r="0" t="0"/>
            <a:stretch/>
          </p:blipFill>
          <p:spPr>
            <a:xfrm>
              <a:off x="939498" y="3854924"/>
              <a:ext cx="139320" cy="25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6"/>
            <p:cNvPicPr preferRelativeResize="0"/>
            <p:nvPr/>
          </p:nvPicPr>
          <p:blipFill rotWithShape="1">
            <a:blip r:embed="rId86">
              <a:alphaModFix/>
            </a:blip>
            <a:srcRect b="0" l="0" r="0" t="0"/>
            <a:stretch/>
          </p:blipFill>
          <p:spPr>
            <a:xfrm>
              <a:off x="1085658" y="3905684"/>
              <a:ext cx="239040" cy="143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6"/>
            <p:cNvPicPr preferRelativeResize="0"/>
            <p:nvPr/>
          </p:nvPicPr>
          <p:blipFill rotWithShape="1">
            <a:blip r:embed="rId87">
              <a:alphaModFix/>
            </a:blip>
            <a:srcRect b="0" l="0" r="0" t="0"/>
            <a:stretch/>
          </p:blipFill>
          <p:spPr>
            <a:xfrm>
              <a:off x="1299858" y="3901724"/>
              <a:ext cx="105840" cy="189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6"/>
            <p:cNvPicPr preferRelativeResize="0"/>
            <p:nvPr/>
          </p:nvPicPr>
          <p:blipFill rotWithShape="1">
            <a:blip r:embed="rId88">
              <a:alphaModFix/>
            </a:blip>
            <a:srcRect b="0" l="0" r="0" t="0"/>
            <a:stretch/>
          </p:blipFill>
          <p:spPr>
            <a:xfrm>
              <a:off x="1293378" y="3860324"/>
              <a:ext cx="217800" cy="84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6"/>
            <p:cNvPicPr preferRelativeResize="0"/>
            <p:nvPr/>
          </p:nvPicPr>
          <p:blipFill rotWithShape="1">
            <a:blip r:embed="rId89">
              <a:alphaModFix/>
            </a:blip>
            <a:srcRect b="0" l="0" r="0" t="0"/>
            <a:stretch/>
          </p:blipFill>
          <p:spPr>
            <a:xfrm>
              <a:off x="1478418" y="3881924"/>
              <a:ext cx="199800" cy="168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6"/>
            <p:cNvPicPr preferRelativeResize="0"/>
            <p:nvPr/>
          </p:nvPicPr>
          <p:blipFill rotWithShape="1">
            <a:blip r:embed="rId90">
              <a:alphaModFix/>
            </a:blip>
            <a:srcRect b="0" l="0" r="0" t="0"/>
            <a:stretch/>
          </p:blipFill>
          <p:spPr>
            <a:xfrm>
              <a:off x="887658" y="3245084"/>
              <a:ext cx="261720" cy="23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6"/>
            <p:cNvPicPr preferRelativeResize="0"/>
            <p:nvPr/>
          </p:nvPicPr>
          <p:blipFill rotWithShape="1">
            <a:blip r:embed="rId91">
              <a:alphaModFix/>
            </a:blip>
            <a:srcRect b="0" l="0" r="0" t="0"/>
            <a:stretch/>
          </p:blipFill>
          <p:spPr>
            <a:xfrm>
              <a:off x="1154778" y="3316364"/>
              <a:ext cx="60804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6"/>
            <p:cNvPicPr preferRelativeResize="0"/>
            <p:nvPr/>
          </p:nvPicPr>
          <p:blipFill rotWithShape="1">
            <a:blip r:embed="rId92">
              <a:alphaModFix/>
            </a:blip>
            <a:srcRect b="0" l="0" r="0" t="0"/>
            <a:stretch/>
          </p:blipFill>
          <p:spPr>
            <a:xfrm>
              <a:off x="1731858" y="3285404"/>
              <a:ext cx="444960" cy="141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6"/>
            <p:cNvPicPr preferRelativeResize="0"/>
            <p:nvPr/>
          </p:nvPicPr>
          <p:blipFill rotWithShape="1">
            <a:blip r:embed="rId93">
              <a:alphaModFix/>
            </a:blip>
            <a:srcRect b="0" l="0" r="0" t="0"/>
            <a:stretch/>
          </p:blipFill>
          <p:spPr>
            <a:xfrm>
              <a:off x="1088898" y="3535604"/>
              <a:ext cx="297720" cy="144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6"/>
            <p:cNvPicPr preferRelativeResize="0"/>
            <p:nvPr/>
          </p:nvPicPr>
          <p:blipFill rotWithShape="1">
            <a:blip r:embed="rId94">
              <a:alphaModFix/>
            </a:blip>
            <a:srcRect b="0" l="0" r="0" t="0"/>
            <a:stretch/>
          </p:blipFill>
          <p:spPr>
            <a:xfrm>
              <a:off x="1412898" y="3505724"/>
              <a:ext cx="126000" cy="14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6"/>
            <p:cNvPicPr preferRelativeResize="0"/>
            <p:nvPr/>
          </p:nvPicPr>
          <p:blipFill rotWithShape="1">
            <a:blip r:embed="rId95">
              <a:alphaModFix/>
            </a:blip>
            <a:srcRect b="0" l="0" r="0" t="0"/>
            <a:stretch/>
          </p:blipFill>
          <p:spPr>
            <a:xfrm>
              <a:off x="1532058" y="3521564"/>
              <a:ext cx="325440" cy="155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6"/>
            <p:cNvPicPr preferRelativeResize="0"/>
            <p:nvPr/>
          </p:nvPicPr>
          <p:blipFill rotWithShape="1">
            <a:blip r:embed="rId96">
              <a:alphaModFix/>
            </a:blip>
            <a:srcRect b="0" l="0" r="0" t="0"/>
            <a:stretch/>
          </p:blipFill>
          <p:spPr>
            <a:xfrm>
              <a:off x="1841658" y="3508604"/>
              <a:ext cx="57240" cy="38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6"/>
            <p:cNvPicPr preferRelativeResize="0"/>
            <p:nvPr/>
          </p:nvPicPr>
          <p:blipFill rotWithShape="1">
            <a:blip r:embed="rId97">
              <a:alphaModFix/>
            </a:blip>
            <a:srcRect b="0" l="0" r="0" t="0"/>
            <a:stretch/>
          </p:blipFill>
          <p:spPr>
            <a:xfrm>
              <a:off x="1900338" y="3467204"/>
              <a:ext cx="60480" cy="19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6"/>
            <p:cNvPicPr preferRelativeResize="0"/>
            <p:nvPr/>
          </p:nvPicPr>
          <p:blipFill rotWithShape="1">
            <a:blip r:embed="rId98">
              <a:alphaModFix/>
            </a:blip>
            <a:srcRect b="0" l="0" r="0" t="0"/>
            <a:stretch/>
          </p:blipFill>
          <p:spPr>
            <a:xfrm>
              <a:off x="1957938" y="3526604"/>
              <a:ext cx="152280" cy="108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233362" y="1584325"/>
            <a:ext cx="8686800" cy="44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Contenu: information (données)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donnée est d’un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bien défini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nombre, texte (alphanumérique)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2733675"/>
            <a:ext cx="771525" cy="6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0537" y="3286125"/>
            <a:ext cx="560387" cy="4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6900" y="3284537"/>
            <a:ext cx="365125" cy="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Déclaration de variable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233362" y="1584325"/>
            <a:ext cx="8672512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Avant utilisation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faut déclarer la variable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Réserver une boite et lui mettre une étiquette d’identification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Équivalent à réserver une case mémoire repérée par une adresse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337" y="2751137"/>
            <a:ext cx="2309812" cy="3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5762" y="3225800"/>
            <a:ext cx="936625" cy="3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7000" y="3216275"/>
            <a:ext cx="2024062" cy="3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3697287"/>
            <a:ext cx="384175" cy="10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Déclaration de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233362" y="1584325"/>
            <a:ext cx="8672512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Avant utilisation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Spécifier ce qu’on va mettre dans la variable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de donnée à mettre dans la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Équivalent à spécifier la taille et le type de codage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Types</a:t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233362" y="1584325"/>
            <a:ext cx="8672512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Numérique (entier simple, réel simple,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Alphanumérique(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Chaîne)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Booléen (VRAI, FAUX)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" y="2152650"/>
            <a:ext cx="1481137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233362" y="1584325"/>
            <a:ext cx="8672512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variable: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prix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en 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variables: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prix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tvq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tps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en 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Affectation</a:t>
            </a:r>
            <a:endParaRPr/>
          </a:p>
        </p:txBody>
      </p:sp>
      <p:sp>
        <p:nvSpPr>
          <p:cNvPr id="318" name="Google Shape;318;p12"/>
          <p:cNvSpPr txBox="1"/>
          <p:nvPr/>
        </p:nvSpPr>
        <p:spPr>
          <a:xfrm>
            <a:off x="233362" y="1584325"/>
            <a:ext cx="8686800" cy="2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est destinée à recevoir une donnée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Opération se nomme: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Opération d’affectation peut </a:t>
            </a:r>
            <a:r>
              <a:rPr b="1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réussir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échouer</a:t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1004887" y="4230687"/>
            <a:ext cx="2951162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Donnée correspond au type déclaré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5702300" y="4230687"/>
            <a:ext cx="2951162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Donnée ne correspond pas au type déclaré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2"/>
          <p:cNvCxnSpPr/>
          <p:nvPr/>
        </p:nvCxnSpPr>
        <p:spPr>
          <a:xfrm flipH="1">
            <a:off x="2159000" y="3343275"/>
            <a:ext cx="3671887" cy="884237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2" name="Google Shape;322;p12"/>
          <p:cNvCxnSpPr/>
          <p:nvPr/>
        </p:nvCxnSpPr>
        <p:spPr>
          <a:xfrm flipH="1">
            <a:off x="7119937" y="3343275"/>
            <a:ext cx="839787" cy="83820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887" y="1041400"/>
            <a:ext cx="2668587" cy="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8525" y="3382962"/>
            <a:ext cx="509587" cy="6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affectation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233362" y="1584325"/>
            <a:ext cx="8672512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3"/>
          <p:cNvCxnSpPr/>
          <p:nvPr/>
        </p:nvCxnSpPr>
        <p:spPr>
          <a:xfrm rot="10800000">
            <a:off x="2819400" y="1889125"/>
            <a:ext cx="1212850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3" name="Google Shape;333;p13"/>
          <p:cNvSpPr txBox="1"/>
          <p:nvPr/>
        </p:nvSpPr>
        <p:spPr>
          <a:xfrm>
            <a:off x="203200" y="2962275"/>
            <a:ext cx="8672512" cy="90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 d’affectation: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3"/>
          <p:cNvCxnSpPr/>
          <p:nvPr/>
        </p:nvCxnSpPr>
        <p:spPr>
          <a:xfrm rot="10800000">
            <a:off x="3979862" y="4352925"/>
            <a:ext cx="1212850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5" name="Google Shape;335;p13"/>
          <p:cNvSpPr txBox="1"/>
          <p:nvPr/>
        </p:nvSpPr>
        <p:spPr>
          <a:xfrm>
            <a:off x="2671762" y="4041775"/>
            <a:ext cx="96043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5524500" y="4041775"/>
            <a:ext cx="5969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1171575" y="5038725"/>
            <a:ext cx="24368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gauche: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5932487" y="5038725"/>
            <a:ext cx="20478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droit: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donnée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275" y="6046787"/>
            <a:ext cx="1125537" cy="10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712" y="6078537"/>
            <a:ext cx="922337" cy="104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13"/>
          <p:cNvGrpSpPr/>
          <p:nvPr/>
        </p:nvGrpSpPr>
        <p:grpSpPr>
          <a:xfrm>
            <a:off x="2272599" y="1378841"/>
            <a:ext cx="3513310" cy="998703"/>
            <a:chOff x="2271858" y="1378124"/>
            <a:chExt cx="3514320" cy="999360"/>
          </a:xfrm>
        </p:grpSpPr>
        <p:pic>
          <p:nvPicPr>
            <p:cNvPr id="342" name="Google Shape;34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12338" y="1893644"/>
              <a:ext cx="573840" cy="8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08738" y="2152484"/>
              <a:ext cx="515520" cy="68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71858" y="1378124"/>
              <a:ext cx="2214000" cy="999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5" name="Google Shape;34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65450" y="4535487"/>
            <a:ext cx="568325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3837" y="3973512"/>
            <a:ext cx="1168400" cy="74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3"/>
          <p:cNvGrpSpPr/>
          <p:nvPr/>
        </p:nvGrpSpPr>
        <p:grpSpPr>
          <a:xfrm>
            <a:off x="4606217" y="4766211"/>
            <a:ext cx="411350" cy="541853"/>
            <a:chOff x="4606458" y="4765724"/>
            <a:chExt cx="411120" cy="542520"/>
          </a:xfrm>
        </p:grpSpPr>
        <p:pic>
          <p:nvPicPr>
            <p:cNvPr id="348" name="Google Shape;348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39658" y="4838804"/>
              <a:ext cx="208800" cy="46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606458" y="4765724"/>
              <a:ext cx="411120" cy="188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" name="Google Shape;350;p13"/>
          <p:cNvGrpSpPr/>
          <p:nvPr/>
        </p:nvGrpSpPr>
        <p:grpSpPr>
          <a:xfrm>
            <a:off x="3128251" y="5555536"/>
            <a:ext cx="1435294" cy="587575"/>
            <a:chOff x="3129018" y="5556284"/>
            <a:chExt cx="1433880" cy="586800"/>
          </a:xfrm>
        </p:grpSpPr>
        <p:pic>
          <p:nvPicPr>
            <p:cNvPr id="351" name="Google Shape;351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29018" y="5556284"/>
              <a:ext cx="65880" cy="58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238458" y="5765444"/>
              <a:ext cx="501120" cy="19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741738" y="5803244"/>
              <a:ext cx="143640" cy="20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900498" y="5705684"/>
              <a:ext cx="87840" cy="27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903018" y="5796764"/>
              <a:ext cx="186840" cy="9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027938" y="5786324"/>
              <a:ext cx="269640" cy="15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310898" y="5665724"/>
              <a:ext cx="83160" cy="32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63378" y="5783804"/>
              <a:ext cx="299520" cy="147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9" name="Google Shape;359;p13"/>
          <p:cNvGrpSpPr/>
          <p:nvPr/>
        </p:nvGrpSpPr>
        <p:grpSpPr>
          <a:xfrm>
            <a:off x="2465915" y="3482265"/>
            <a:ext cx="4162596" cy="720555"/>
            <a:chOff x="2465178" y="3482684"/>
            <a:chExt cx="4164120" cy="720000"/>
          </a:xfrm>
        </p:grpSpPr>
        <p:pic>
          <p:nvPicPr>
            <p:cNvPr id="360" name="Google Shape;360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122418" y="3482684"/>
              <a:ext cx="506880" cy="35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465178" y="3691124"/>
              <a:ext cx="526680" cy="15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810418" y="3704804"/>
              <a:ext cx="319320" cy="26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654618" y="3568724"/>
              <a:ext cx="1958760" cy="52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562098" y="3920444"/>
              <a:ext cx="281520" cy="2822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affectation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233362" y="1584325"/>
            <a:ext cx="8672512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4"/>
          <p:cNvCxnSpPr/>
          <p:nvPr/>
        </p:nvCxnSpPr>
        <p:spPr>
          <a:xfrm rot="10800000">
            <a:off x="2819400" y="1889125"/>
            <a:ext cx="1212850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14"/>
          <p:cNvSpPr txBox="1"/>
          <p:nvPr/>
        </p:nvSpPr>
        <p:spPr>
          <a:xfrm>
            <a:off x="203200" y="2962275"/>
            <a:ext cx="8672512" cy="90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 d’affectation: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14"/>
          <p:cNvCxnSpPr/>
          <p:nvPr/>
        </p:nvCxnSpPr>
        <p:spPr>
          <a:xfrm rot="10800000">
            <a:off x="3979862" y="4352925"/>
            <a:ext cx="1212850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5" name="Google Shape;375;p14"/>
          <p:cNvSpPr txBox="1"/>
          <p:nvPr/>
        </p:nvSpPr>
        <p:spPr>
          <a:xfrm>
            <a:off x="2671762" y="4041775"/>
            <a:ext cx="96043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 txBox="1"/>
          <p:nvPr/>
        </p:nvSpPr>
        <p:spPr>
          <a:xfrm>
            <a:off x="5310187" y="4041775"/>
            <a:ext cx="102711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1171575" y="5038725"/>
            <a:ext cx="24368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gauche: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5932487" y="5038725"/>
            <a:ext cx="20478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droit: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14"/>
          <p:cNvGrpSpPr/>
          <p:nvPr/>
        </p:nvGrpSpPr>
        <p:grpSpPr>
          <a:xfrm>
            <a:off x="3383476" y="3832758"/>
            <a:ext cx="3106926" cy="935204"/>
            <a:chOff x="3382850" y="3832293"/>
            <a:chExt cx="3107172" cy="936004"/>
          </a:xfrm>
        </p:grpSpPr>
        <p:pic>
          <p:nvPicPr>
            <p:cNvPr id="380" name="Google Shape;38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28302" y="4001489"/>
              <a:ext cx="1161720" cy="766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03382" y="3832293"/>
              <a:ext cx="2229480" cy="329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82850" y="3948918"/>
              <a:ext cx="294143" cy="2365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3" name="Google Shape;38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6125" y="6173787"/>
            <a:ext cx="949325" cy="301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4" name="Google Shape;384;p14"/>
          <p:cNvGrpSpPr/>
          <p:nvPr/>
        </p:nvGrpSpPr>
        <p:grpSpPr>
          <a:xfrm>
            <a:off x="3110438" y="3367967"/>
            <a:ext cx="1879776" cy="489136"/>
            <a:chOff x="3109938" y="3367484"/>
            <a:chExt cx="1879920" cy="488880"/>
          </a:xfrm>
        </p:grpSpPr>
        <p:pic>
          <p:nvPicPr>
            <p:cNvPr id="385" name="Google Shape;38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09938" y="3430124"/>
              <a:ext cx="329400" cy="249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21458" y="3542444"/>
              <a:ext cx="349920" cy="5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03858" y="3454964"/>
              <a:ext cx="196200" cy="169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671178" y="3526964"/>
              <a:ext cx="718200" cy="40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538778" y="3376484"/>
              <a:ext cx="76320" cy="200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19498" y="3367484"/>
              <a:ext cx="268560" cy="18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193458" y="3736484"/>
              <a:ext cx="39600" cy="119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202818" y="3677804"/>
              <a:ext cx="234360" cy="1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857298" y="3687524"/>
              <a:ext cx="612000" cy="94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676218" y="3648284"/>
              <a:ext cx="333360" cy="192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729578" y="3606884"/>
              <a:ext cx="260280" cy="161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14"/>
          <p:cNvGrpSpPr/>
          <p:nvPr/>
        </p:nvGrpSpPr>
        <p:grpSpPr>
          <a:xfrm>
            <a:off x="5617101" y="3120322"/>
            <a:ext cx="3273601" cy="1373005"/>
            <a:chOff x="5616978" y="3120884"/>
            <a:chExt cx="3273840" cy="1373040"/>
          </a:xfrm>
        </p:grpSpPr>
        <p:pic>
          <p:nvPicPr>
            <p:cNvPr id="397" name="Google Shape;397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616978" y="4181444"/>
              <a:ext cx="366120" cy="312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867538" y="3484844"/>
              <a:ext cx="851400" cy="74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625698" y="3414284"/>
              <a:ext cx="239400" cy="22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18818" y="3311324"/>
              <a:ext cx="346320" cy="35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1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373778" y="3120884"/>
              <a:ext cx="695880" cy="32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956258" y="3221684"/>
              <a:ext cx="209520" cy="62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1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113938" y="3195404"/>
              <a:ext cx="776880" cy="193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4" name="Google Shape;404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881312" y="4606925"/>
            <a:ext cx="835025" cy="80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p14"/>
          <p:cNvGrpSpPr/>
          <p:nvPr/>
        </p:nvGrpSpPr>
        <p:grpSpPr>
          <a:xfrm>
            <a:off x="6606113" y="3958164"/>
            <a:ext cx="2219500" cy="2314749"/>
            <a:chOff x="6605538" y="3957524"/>
            <a:chExt cx="2219760" cy="2315160"/>
          </a:xfrm>
        </p:grpSpPr>
        <p:pic>
          <p:nvPicPr>
            <p:cNvPr id="406" name="Google Shape;406;p1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676818" y="6023924"/>
              <a:ext cx="970200" cy="9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1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732618" y="4177484"/>
              <a:ext cx="107640" cy="26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1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809298" y="4155884"/>
              <a:ext cx="207720" cy="288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897138" y="4246964"/>
              <a:ext cx="219960" cy="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1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605538" y="3991004"/>
              <a:ext cx="825120" cy="708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14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580058" y="4089644"/>
              <a:ext cx="598680" cy="30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1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161098" y="4209884"/>
              <a:ext cx="261360" cy="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14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421018" y="4168124"/>
              <a:ext cx="404280" cy="10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1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589498" y="3957524"/>
              <a:ext cx="147240" cy="17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388538" y="4540364"/>
              <a:ext cx="1052280" cy="17323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Ordre des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affectations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233362" y="1584325"/>
            <a:ext cx="8672512" cy="162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affectation est une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L’ordre des affectations est important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200025" y="2954337"/>
            <a:ext cx="42799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Prix,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		      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5"/>
          <p:cNvCxnSpPr/>
          <p:nvPr/>
        </p:nvCxnSpPr>
        <p:spPr>
          <a:xfrm rot="10800000">
            <a:off x="1241425" y="425608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5" name="Google Shape;425;p15"/>
          <p:cNvCxnSpPr/>
          <p:nvPr/>
        </p:nvCxnSpPr>
        <p:spPr>
          <a:xfrm rot="10800000">
            <a:off x="1247775" y="4965700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6" name="Google Shape;426;p15"/>
          <p:cNvCxnSpPr/>
          <p:nvPr/>
        </p:nvCxnSpPr>
        <p:spPr>
          <a:xfrm rot="10800000">
            <a:off x="1238250" y="5540375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7" name="Google Shape;427;p15"/>
          <p:cNvSpPr txBox="1"/>
          <p:nvPr/>
        </p:nvSpPr>
        <p:spPr>
          <a:xfrm>
            <a:off x="4598987" y="2886075"/>
            <a:ext cx="4545000" cy="28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Prix,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		     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15"/>
          <p:cNvCxnSpPr/>
          <p:nvPr/>
        </p:nvCxnSpPr>
        <p:spPr>
          <a:xfrm rot="10800000">
            <a:off x="5624512" y="421798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9" name="Google Shape;429;p15"/>
          <p:cNvCxnSpPr/>
          <p:nvPr/>
        </p:nvCxnSpPr>
        <p:spPr>
          <a:xfrm rot="10800000">
            <a:off x="5630862" y="4838700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0" name="Google Shape;430;p15"/>
          <p:cNvCxnSpPr/>
          <p:nvPr/>
        </p:nvCxnSpPr>
        <p:spPr>
          <a:xfrm rot="10800000">
            <a:off x="5637212" y="5459412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1" name="Google Shape;431;p15"/>
          <p:cNvSpPr txBox="1"/>
          <p:nvPr/>
        </p:nvSpPr>
        <p:spPr>
          <a:xfrm>
            <a:off x="1855787" y="5934075"/>
            <a:ext cx="23018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Total: 13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6553200" y="5964237"/>
            <a:ext cx="23018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Total: 15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537" y="374650"/>
            <a:ext cx="230187" cy="1133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15"/>
          <p:cNvGrpSpPr/>
          <p:nvPr/>
        </p:nvGrpSpPr>
        <p:grpSpPr>
          <a:xfrm>
            <a:off x="2667536" y="5352342"/>
            <a:ext cx="541853" cy="274824"/>
            <a:chOff x="2667138" y="5351804"/>
            <a:chExt cx="542520" cy="274680"/>
          </a:xfrm>
        </p:grpSpPr>
        <p:pic>
          <p:nvPicPr>
            <p:cNvPr id="435" name="Google Shape;43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68298" y="5477804"/>
              <a:ext cx="441360" cy="71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7138" y="5351804"/>
              <a:ext cx="243360" cy="274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7" name="Google Shape;4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612" y="5083175"/>
            <a:ext cx="427037" cy="31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6162" y="5607050"/>
            <a:ext cx="565150" cy="9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08875" y="5919787"/>
            <a:ext cx="641350" cy="144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73412" y="2632075"/>
            <a:ext cx="3687762" cy="1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Affectation: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cas général</a:t>
            </a:r>
            <a:endParaRPr/>
          </a:p>
        </p:txBody>
      </p:sp>
      <p:cxnSp>
        <p:nvCxnSpPr>
          <p:cNvPr id="447" name="Google Shape;447;p16"/>
          <p:cNvCxnSpPr/>
          <p:nvPr/>
        </p:nvCxnSpPr>
        <p:spPr>
          <a:xfrm rot="10800000">
            <a:off x="3933825" y="2119312"/>
            <a:ext cx="1212850" cy="14287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8" name="Google Shape;448;p16"/>
          <p:cNvSpPr txBox="1"/>
          <p:nvPr/>
        </p:nvSpPr>
        <p:spPr>
          <a:xfrm>
            <a:off x="2336800" y="1808162"/>
            <a:ext cx="15494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5402262" y="1824037"/>
            <a:ext cx="19558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1143000" y="2506662"/>
            <a:ext cx="255111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gauche: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Variable(nom)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6126162" y="2551112"/>
            <a:ext cx="20478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Coté droit: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781050" y="4071937"/>
            <a:ext cx="5816600" cy="204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Ensemble de valeurs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Relié par des opérateurs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Équivalent à une seule 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275" y="6037262"/>
            <a:ext cx="4924425" cy="96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16"/>
          <p:cNvGrpSpPr/>
          <p:nvPr/>
        </p:nvGrpSpPr>
        <p:grpSpPr>
          <a:xfrm>
            <a:off x="7506225" y="1842386"/>
            <a:ext cx="1598790" cy="617714"/>
            <a:chOff x="7506258" y="1842884"/>
            <a:chExt cx="1598760" cy="617760"/>
          </a:xfrm>
        </p:grpSpPr>
        <p:pic>
          <p:nvPicPr>
            <p:cNvPr id="455" name="Google Shape;45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6258" y="1842884"/>
              <a:ext cx="203040" cy="617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05498" y="1951244"/>
              <a:ext cx="77040" cy="30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11538" y="1971404"/>
              <a:ext cx="671760" cy="30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11018" y="2088764"/>
              <a:ext cx="594000" cy="141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56538" y="1851524"/>
              <a:ext cx="192960" cy="152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Expression</a:t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631825" y="1419225"/>
            <a:ext cx="7389812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Ensemble de valeurs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Relié par des opérateurs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Équivalent à une seule valeur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Opérateur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585787" y="1149350"/>
            <a:ext cx="7389812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Rôle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Relie deux valeurs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sortie donne une valeur résultat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8"/>
          <p:cNvSpPr txBox="1"/>
          <p:nvPr/>
        </p:nvSpPr>
        <p:spPr>
          <a:xfrm>
            <a:off x="327025" y="2917825"/>
            <a:ext cx="5824537" cy="3424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Prix,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		      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Prix + 5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8"/>
          <p:cNvCxnSpPr/>
          <p:nvPr/>
        </p:nvCxnSpPr>
        <p:spPr>
          <a:xfrm rot="10800000">
            <a:off x="1366837" y="4398962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6" name="Google Shape;476;p18"/>
          <p:cNvCxnSpPr/>
          <p:nvPr/>
        </p:nvCxnSpPr>
        <p:spPr>
          <a:xfrm rot="10800000">
            <a:off x="1373187" y="5019675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7" name="Google Shape;477;p18"/>
          <p:cNvCxnSpPr/>
          <p:nvPr/>
        </p:nvCxnSpPr>
        <p:spPr>
          <a:xfrm rot="10800000">
            <a:off x="1379537" y="564038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8" name="Google Shape;478;p18"/>
          <p:cNvSpPr txBox="1"/>
          <p:nvPr/>
        </p:nvSpPr>
        <p:spPr>
          <a:xfrm>
            <a:off x="5594350" y="5708650"/>
            <a:ext cx="23018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Total: 27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8"/>
          <p:cNvSpPr txBox="1"/>
          <p:nvPr/>
        </p:nvSpPr>
        <p:spPr>
          <a:xfrm>
            <a:off x="390525" y="5276850"/>
            <a:ext cx="3716337" cy="600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18"/>
          <p:cNvCxnSpPr/>
          <p:nvPr/>
        </p:nvCxnSpPr>
        <p:spPr>
          <a:xfrm flipH="1" rot="10800000">
            <a:off x="4227512" y="4572000"/>
            <a:ext cx="854075" cy="9445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81" name="Google Shape;481;p18"/>
          <p:cNvGrpSpPr/>
          <p:nvPr/>
        </p:nvGrpSpPr>
        <p:grpSpPr>
          <a:xfrm>
            <a:off x="5449887" y="4106862"/>
            <a:ext cx="3694112" cy="1452562"/>
            <a:chOff x="3177" y="1813"/>
            <a:chExt cx="2327" cy="915"/>
          </a:xfrm>
        </p:grpSpPr>
        <p:grpSp>
          <p:nvGrpSpPr>
            <p:cNvPr id="482" name="Google Shape;482;p18"/>
            <p:cNvGrpSpPr/>
            <p:nvPr/>
          </p:nvGrpSpPr>
          <p:grpSpPr>
            <a:xfrm>
              <a:off x="3177" y="1813"/>
              <a:ext cx="2327" cy="420"/>
              <a:chOff x="3177" y="1813"/>
              <a:chExt cx="2327" cy="420"/>
            </a:xfrm>
          </p:grpSpPr>
          <p:sp>
            <p:nvSpPr>
              <p:cNvPr id="483" name="Google Shape;483;p18"/>
              <p:cNvSpPr txBox="1"/>
              <p:nvPr/>
            </p:nvSpPr>
            <p:spPr>
              <a:xfrm>
                <a:off x="3177" y="1813"/>
                <a:ext cx="2327" cy="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alibri"/>
                  <a:buNone/>
                </a:pPr>
                <a:r>
                  <a:rPr b="1" i="0" lang="en-US" sz="3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		 Prix + 5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4" name="Google Shape;484;p18"/>
              <p:cNvCxnSpPr/>
              <p:nvPr/>
            </p:nvCxnSpPr>
            <p:spPr>
              <a:xfrm rot="10800000">
                <a:off x="3894" y="2066"/>
                <a:ext cx="510" cy="0"/>
              </a:xfrm>
              <a:prstGeom prst="straightConnector1">
                <a:avLst/>
              </a:prstGeom>
              <a:noFill/>
              <a:ln cap="flat" cmpd="sng" w="571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485" name="Google Shape;485;p18"/>
            <p:cNvSpPr txBox="1"/>
            <p:nvPr/>
          </p:nvSpPr>
          <p:spPr>
            <a:xfrm>
              <a:off x="3650" y="2308"/>
              <a:ext cx="1760" cy="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Opérateur:  </a:t>
              </a:r>
              <a:r>
                <a:rPr b="1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Opérateur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585787" y="1149350"/>
            <a:ext cx="7389812" cy="186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+ : addition		- : soustraction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* : multiplication	/ : division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^: puissance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9"/>
          <p:cNvSpPr txBox="1"/>
          <p:nvPr/>
        </p:nvSpPr>
        <p:spPr>
          <a:xfrm>
            <a:off x="850900" y="2960687"/>
            <a:ext cx="6708775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Marge, Prix, Total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		    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Prix		 	          22-5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		      Prix + Marge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19"/>
          <p:cNvCxnSpPr/>
          <p:nvPr/>
        </p:nvCxnSpPr>
        <p:spPr>
          <a:xfrm rot="10800000">
            <a:off x="2295525" y="4473575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5" name="Google Shape;495;p19"/>
          <p:cNvCxnSpPr/>
          <p:nvPr/>
        </p:nvCxnSpPr>
        <p:spPr>
          <a:xfrm rot="10800000">
            <a:off x="2301875" y="509428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6" name="Google Shape;496;p19"/>
          <p:cNvCxnSpPr/>
          <p:nvPr/>
        </p:nvCxnSpPr>
        <p:spPr>
          <a:xfrm rot="10800000">
            <a:off x="1858962" y="568483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7" name="Google Shape;497;p19"/>
          <p:cNvSpPr txBox="1"/>
          <p:nvPr/>
        </p:nvSpPr>
        <p:spPr>
          <a:xfrm>
            <a:off x="6569075" y="5842000"/>
            <a:ext cx="23018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Total: 30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Opérateur</a:t>
            </a:r>
            <a:endParaRPr/>
          </a:p>
        </p:txBody>
      </p:sp>
      <p:sp>
        <p:nvSpPr>
          <p:cNvPr id="504" name="Google Shape;504;p20"/>
          <p:cNvSpPr txBox="1"/>
          <p:nvPr/>
        </p:nvSpPr>
        <p:spPr>
          <a:xfrm>
            <a:off x="638175" y="1295400"/>
            <a:ext cx="7389812" cy="143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Alphanumérique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&amp; : concaténation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762000" y="2543175"/>
            <a:ext cx="8189912" cy="324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Maison, Cout, Resultat en Chaine(20)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Maison		 ‘’Neuve’’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Cout		 	‘’ est chère’’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Resultat		Maison &amp; Cout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20"/>
          <p:cNvCxnSpPr/>
          <p:nvPr/>
        </p:nvCxnSpPr>
        <p:spPr>
          <a:xfrm rot="10800000">
            <a:off x="2581275" y="4008437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7" name="Google Shape;507;p20"/>
          <p:cNvCxnSpPr/>
          <p:nvPr/>
        </p:nvCxnSpPr>
        <p:spPr>
          <a:xfrm rot="10800000">
            <a:off x="2587625" y="4629150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8" name="Google Shape;508;p20"/>
          <p:cNvCxnSpPr/>
          <p:nvPr/>
        </p:nvCxnSpPr>
        <p:spPr>
          <a:xfrm rot="10800000">
            <a:off x="2593975" y="5249862"/>
            <a:ext cx="80962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9" name="Google Shape;509;p20"/>
          <p:cNvSpPr txBox="1"/>
          <p:nvPr/>
        </p:nvSpPr>
        <p:spPr>
          <a:xfrm>
            <a:off x="2716212" y="5768975"/>
            <a:ext cx="52990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Résultat: ‘’Neuve est chère’’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12" y="2182812"/>
            <a:ext cx="320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087" y="2181225"/>
            <a:ext cx="1647825" cy="14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375" y="2733675"/>
            <a:ext cx="306387" cy="32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9775" y="2989262"/>
            <a:ext cx="922337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7762" y="5418137"/>
            <a:ext cx="1039812" cy="8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6800" y="6232525"/>
            <a:ext cx="2446337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3325" y="1819275"/>
            <a:ext cx="292100" cy="54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17637" y="1776412"/>
            <a:ext cx="390525" cy="4714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20"/>
          <p:cNvGrpSpPr/>
          <p:nvPr/>
        </p:nvGrpSpPr>
        <p:grpSpPr>
          <a:xfrm>
            <a:off x="6266750" y="1950340"/>
            <a:ext cx="1743246" cy="379580"/>
            <a:chOff x="6266778" y="1949804"/>
            <a:chExt cx="1743840" cy="379800"/>
          </a:xfrm>
        </p:grpSpPr>
        <p:pic>
          <p:nvPicPr>
            <p:cNvPr id="519" name="Google Shape;519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266778" y="2157884"/>
              <a:ext cx="483840" cy="171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919458" y="1949804"/>
              <a:ext cx="654120" cy="33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473858" y="2093084"/>
              <a:ext cx="536760" cy="179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" name="Google Shape;522;p20"/>
          <p:cNvGrpSpPr/>
          <p:nvPr/>
        </p:nvGrpSpPr>
        <p:grpSpPr>
          <a:xfrm>
            <a:off x="4969767" y="5350317"/>
            <a:ext cx="1058667" cy="91190"/>
            <a:chOff x="4968978" y="5350364"/>
            <a:chExt cx="1059480" cy="90360"/>
          </a:xfrm>
        </p:grpSpPr>
        <p:pic>
          <p:nvPicPr>
            <p:cNvPr id="523" name="Google Shape;523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968978" y="5350364"/>
              <a:ext cx="248040" cy="80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63698" y="5365124"/>
              <a:ext cx="464760" cy="7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Opérateur</a:t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638175" y="1295400"/>
            <a:ext cx="7389812" cy="228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Char char="•"/>
            </a:pPr>
            <a:r>
              <a:rPr b="1" i="0" lang="en-US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Booléen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ET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NON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7237" y="2057400"/>
            <a:ext cx="26987" cy="65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1375" y="2419350"/>
            <a:ext cx="42862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78075" y="2790825"/>
            <a:ext cx="65087" cy="49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541" name="Google Shape;541;p22"/>
          <p:cNvSpPr txBox="1"/>
          <p:nvPr/>
        </p:nvSpPr>
        <p:spPr>
          <a:xfrm>
            <a:off x="233362" y="1584325"/>
            <a:ext cx="8612187" cy="434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b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>
            <a:off x="368300" y="2663825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d’un Algorithme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Affectation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Expressions et Opérateurs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