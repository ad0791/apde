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7315200" cy="9601200"/>
  <p:embeddedFontLs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g4IBabHGgzg1ipGBNv0Ii9GzNU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1" y="0"/>
            <a:ext cx="3168227" cy="47839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3587" y="0"/>
            <a:ext cx="3168226" cy="47839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1" y="9119473"/>
            <a:ext cx="3168227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fr-F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0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9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1"/>
          <p:cNvPicPr preferRelativeResize="0"/>
          <p:nvPr/>
        </p:nvPicPr>
        <p:blipFill rotWithShape="1">
          <a:blip r:embed="rId2">
            <a:alphaModFix/>
          </a:blip>
          <a:srcRect b="15790" l="12447" r="5742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0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20/10/2015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Fonctions en python</a:t>
            </a:r>
            <a:endParaRPr/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46" name="Google Shape;46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Les objectifs de cette présentation sont les suivants:</a:t>
            </a:r>
            <a:br>
              <a:rPr lang="fr-FR"/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Notion de fonction en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Syntaxe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Scope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Utilisation de mots-clé dans le header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Pourquoi utiliser des fonctions</a:t>
            </a:r>
            <a:br>
              <a:rPr lang="fr-FR"/>
            </a:br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Permettre la réutilisation de code à travers l'application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Minimise la redondance du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permet la réduction du nombre de bug potentiels puisqu'on réduit la surface de code (moins de redondance)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Décomposition du problème en sous-problèmes plus faciles à gérér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Qualités d'une fonction</a:t>
            </a:r>
            <a:endParaRPr/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Cohérente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fonction ne devrait faire qu'une seule tâche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Indépendante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résultat d'une fonction ne doit dépendre que de ses arguments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Concise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code ou suite d'instructions dans une fonction doit être facilement compris ni trop long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Entrée et sortie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152400" y="1132115"/>
            <a:ext cx="8839200" cy="2008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Une fonction est un ensemble d'instructions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Elle reçoit des données en entrée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Elle produit des données en sortie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3848" y="3284984"/>
            <a:ext cx="2448272" cy="151216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331640" y="3789040"/>
            <a:ext cx="1368152" cy="5760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Entrée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012160" y="3789040"/>
            <a:ext cx="1008112" cy="5760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Sortie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Syntaxe</a:t>
            </a:r>
            <a:endParaRPr/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On utilise le mot clé </a:t>
            </a:r>
            <a:r>
              <a:rPr lang="fr-FR" u="sng"/>
              <a:t>def</a:t>
            </a:r>
            <a:r>
              <a:rPr lang="fr-FR"/>
              <a:t> dans le header de la fonction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La définition de la fonction peut être faite n'importe où dans le module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On peut omettre le mot clé –return-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Fonction retourne None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Une fonction est considérée comme –Objet-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475649" y="2138950"/>
            <a:ext cx="6985800" cy="13542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&lt;nom fonction&gt;(param1, param2, ..., paramn):</a:t>
            </a:r>
            <a:b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&lt;bloc d'instructions légales&gt;</a:t>
            </a:r>
            <a:b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&lt;valeur&gt;  </a:t>
            </a:r>
            <a: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optionnel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763688" y="1673316"/>
            <a:ext cx="5255568" cy="800219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oper1 ** oper2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 polymorphe</a:t>
            </a:r>
            <a:endParaRPr/>
          </a:p>
        </p:txBody>
      </p:sp>
      <p:sp>
        <p:nvSpPr>
          <p:cNvPr id="98" name="Google Shape;98;p8"/>
          <p:cNvSpPr txBox="1"/>
          <p:nvPr>
            <p:ph idx="1" type="body"/>
          </p:nvPr>
        </p:nvSpPr>
        <p:spPr>
          <a:xfrm>
            <a:off x="152400" y="1132115"/>
            <a:ext cx="8839200" cy="3160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Une fonction peut être polymorphe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ressemble au concept de surcharge des autres langages mais faire attention: pas de surcharge dans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On peut passer différents sortes de paramètres à la fonction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Comportement de la fonction dépendra des paramètres utilisés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Scope ou niveau de variables</a:t>
            </a:r>
            <a:endParaRPr/>
          </a:p>
        </p:txBody>
      </p:sp>
      <p:sp>
        <p:nvSpPr>
          <p:cNvPr id="106" name="Google Shape;106;p9"/>
          <p:cNvSpPr txBox="1"/>
          <p:nvPr>
            <p:ph idx="1" type="body"/>
          </p:nvPr>
        </p:nvSpPr>
        <p:spPr>
          <a:xfrm>
            <a:off x="152400" y="1132115"/>
            <a:ext cx="8839200" cy="3160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Utiliser la règle </a:t>
            </a:r>
            <a:r>
              <a:rPr b="1" lang="fr-FR"/>
              <a:t>LEGB</a:t>
            </a:r>
            <a:r>
              <a:rPr lang="fr-FR"/>
              <a:t>: Local-Enclosed-Global-Built-in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Local: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dans une fonction ou méthode de classe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Enclosed: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dans une fonction qui englobe la fonction courante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Global: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Niveau supérieur du script courant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Built-in: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 réservé par python</a:t>
            </a:r>
            <a:endParaRPr/>
          </a:p>
        </p:txBody>
      </p:sp>
      <p:pic>
        <p:nvPicPr>
          <p:cNvPr descr="Python LEGB rule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494" y="3573016"/>
            <a:ext cx="3777506" cy="260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5796136" y="6165304"/>
            <a:ext cx="2757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Réf: Mark Lutz, page 411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Variable locale</a:t>
            </a:r>
            <a:endParaRPr/>
          </a:p>
        </p:txBody>
      </p:sp>
      <p:sp>
        <p:nvSpPr>
          <p:cNvPr id="116" name="Google Shape;116;p1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Elles sont définies à l'intérieur d'une fonction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Les paramètres de la fonctions sont inclus comme variables locales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variable locale cache les variables de niveau supérieur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Elle existe uniquement pendant l'exécution de la fonction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Faire attention au cas où une fonction englobe une autre fonction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La fonction interne récupère toutes les variables de la fonction qui l'englobe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122" name="Google Shape;122;p11"/>
          <p:cNvSpPr txBox="1"/>
          <p:nvPr>
            <p:ph idx="1" type="body"/>
          </p:nvPr>
        </p:nvSpPr>
        <p:spPr>
          <a:xfrm>
            <a:off x="152400" y="4797152"/>
            <a:ext cx="8839200" cy="1329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resultat, oper1 et oper2 sont des variables locales</a:t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1907704" y="131986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Variable globale</a:t>
            </a:r>
            <a:endParaRPr/>
          </a:p>
        </p:txBody>
      </p:sp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Variables définies dans le module mais en dehors de fonctions ou de classe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Disponibles à toutes les fonctions disponibles dans le module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A éviter si l'on a le choix 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152400" y="4797152"/>
            <a:ext cx="8839200" cy="1329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biais et calcul_exponent sont des variables globales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resultat, oper1 et oper2 sont des variables locales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907704" y="131986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biais = 5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+ biais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 avec mot-clé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Le passage de paramètres au niveau de la fonction se fait selon la position dans le header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peut ne pas être intuitif dans certains cas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on peut ne pas avoir à passer de valeur pour certains paramètres car ils ont des valeurs par défaut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1835696" y="335699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1835696" y="5157192"/>
            <a:ext cx="4572000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print(calcul_exponent(2,3))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Approche avec mot clé</a:t>
            </a:r>
            <a:endParaRPr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52400" y="5085184"/>
            <a:ext cx="8839200" cy="1040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On peut changer l'ordre de passage des paramètres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2051720" y="119675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051720" y="2996952"/>
            <a:ext cx="5688632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print(calcul_exponent(oper2=55,oper1=2))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Valeurs par défaut</a:t>
            </a:r>
            <a:endParaRPr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52400" y="3717032"/>
            <a:ext cx="8839200" cy="2409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lang="fr-FR" sz="2000"/>
              <a:t>On peut passer juste la première valeur.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lang="fr-FR" sz="2000"/>
              <a:t>oper1 est obligatoire car il n'a pas de valeur par défaut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lang="fr-FR" sz="2000"/>
              <a:t>Ordre dans une définition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param normaux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param avec valeur par défaut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forme *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forme **</a:t>
            </a:r>
            <a:endParaRPr sz="1800"/>
          </a:p>
        </p:txBody>
      </p:sp>
      <p:sp>
        <p:nvSpPr>
          <p:cNvPr id="161" name="Google Shape;161;p16"/>
          <p:cNvSpPr/>
          <p:nvPr/>
        </p:nvSpPr>
        <p:spPr>
          <a:xfrm>
            <a:off x="2051720" y="119675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oper2=2):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051720" y="2996952"/>
            <a:ext cx="5688632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print(calcul_exponent(3))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Forme * dans le header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La forme * permet de collecter dans un tuple un certain nombre de valeurs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2123728" y="2279193"/>
            <a:ext cx="4824536" cy="1323439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calcul_somme_serie(*oper):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0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resultat +=index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123728" y="4437112"/>
            <a:ext cx="5112568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print(calcul_somme_serie(1,5,6,9,74,4))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Forme ** dans le header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La forme ** permet de collecter dans un dictionnaire un certain nombre de valeurs nommées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2123728" y="2525414"/>
            <a:ext cx="4824536" cy="830997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afficher_detail(**oper):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k,v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oper.items():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print(k,v)</a:t>
            </a:r>
            <a:endParaRPr b="0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123728" y="4437112"/>
            <a:ext cx="6480720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afficher_detail(nom=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"flouflou"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,prenom=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"Alain"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Dans cette présentation, on a vu les points suivants:</a:t>
            </a:r>
            <a:br>
              <a:rPr lang="fr-FR"/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Notion de fonction en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Syntaxe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Scope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Utilisation de mots-clé dans le header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HafedB</dc:creator>
</cp:coreProperties>
</file>